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4"/>
  </p:sldMasterIdLst>
  <p:notesMasterIdLst>
    <p:notesMasterId r:id="rId13"/>
  </p:notesMasterIdLst>
  <p:sldIdLst>
    <p:sldId id="262" r:id="rId5"/>
    <p:sldId id="259" r:id="rId6"/>
    <p:sldId id="285" r:id="rId7"/>
    <p:sldId id="282" r:id="rId8"/>
    <p:sldId id="266" r:id="rId9"/>
    <p:sldId id="280" r:id="rId10"/>
    <p:sldId id="283" r:id="rId11"/>
    <p:sldId id="284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02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8C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16"/>
    <p:restoredTop sz="94818"/>
  </p:normalViewPr>
  <p:slideViewPr>
    <p:cSldViewPr showGuides="1">
      <p:cViewPr varScale="1">
        <p:scale>
          <a:sx n="117" d="100"/>
          <a:sy n="117" d="100"/>
        </p:scale>
        <p:origin x="960" y="184"/>
      </p:cViewPr>
      <p:guideLst>
        <p:guide orient="horz" pos="2160"/>
        <p:guide pos="3840"/>
        <p:guide orient="horz" pos="102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ne Herdt | CMC" userId="4a3cc345-8c5d-458e-a4ee-8dccda94af97" providerId="ADAL" clId="{E94DFB49-F091-5962-A4D1-B6068BA94006}"/>
    <pc:docChg chg="custSel modSld">
      <pc:chgData name="Lone Herdt | CMC" userId="4a3cc345-8c5d-458e-a4ee-8dccda94af97" providerId="ADAL" clId="{E94DFB49-F091-5962-A4D1-B6068BA94006}" dt="2026-05-18T11:54:49.621" v="360" actId="20577"/>
      <pc:docMkLst>
        <pc:docMk/>
      </pc:docMkLst>
      <pc:sldChg chg="delSp mod">
        <pc:chgData name="Lone Herdt | CMC" userId="4a3cc345-8c5d-458e-a4ee-8dccda94af97" providerId="ADAL" clId="{E94DFB49-F091-5962-A4D1-B6068BA94006}" dt="2026-05-15T10:56:19.244" v="238" actId="478"/>
        <pc:sldMkLst>
          <pc:docMk/>
          <pc:sldMk cId="1190603048" sldId="259"/>
        </pc:sldMkLst>
      </pc:sldChg>
      <pc:sldChg chg="delSp modSp mod">
        <pc:chgData name="Lone Herdt | CMC" userId="4a3cc345-8c5d-458e-a4ee-8dccda94af97" providerId="ADAL" clId="{E94DFB49-F091-5962-A4D1-B6068BA94006}" dt="2026-05-18T11:50:24.731" v="292" actId="20577"/>
        <pc:sldMkLst>
          <pc:docMk/>
          <pc:sldMk cId="1727206406" sldId="262"/>
        </pc:sldMkLst>
        <pc:spChg chg="mod">
          <ac:chgData name="Lone Herdt | CMC" userId="4a3cc345-8c5d-458e-a4ee-8dccda94af97" providerId="ADAL" clId="{E94DFB49-F091-5962-A4D1-B6068BA94006}" dt="2026-05-18T11:50:24.731" v="292" actId="20577"/>
          <ac:spMkLst>
            <pc:docMk/>
            <pc:sldMk cId="1727206406" sldId="262"/>
            <ac:spMk id="5" creationId="{44E2A84E-BC50-BCF1-DBCB-74EB3019FF60}"/>
          </ac:spMkLst>
        </pc:spChg>
      </pc:sldChg>
      <pc:sldChg chg="addSp delSp modSp mod">
        <pc:chgData name="Lone Herdt | CMC" userId="4a3cc345-8c5d-458e-a4ee-8dccda94af97" providerId="ADAL" clId="{E94DFB49-F091-5962-A4D1-B6068BA94006}" dt="2026-05-18T11:50:50.137" v="330" actId="20577"/>
        <pc:sldMkLst>
          <pc:docMk/>
          <pc:sldMk cId="3901606163" sldId="266"/>
        </pc:sldMkLst>
        <pc:spChg chg="mod">
          <ac:chgData name="Lone Herdt | CMC" userId="4a3cc345-8c5d-458e-a4ee-8dccda94af97" providerId="ADAL" clId="{E94DFB49-F091-5962-A4D1-B6068BA94006}" dt="2026-05-18T11:50:50.137" v="330" actId="20577"/>
          <ac:spMkLst>
            <pc:docMk/>
            <pc:sldMk cId="3901606163" sldId="266"/>
            <ac:spMk id="6" creationId="{5A6ADD62-332E-6654-24BA-A9BF3FC99321}"/>
          </ac:spMkLst>
        </pc:spChg>
      </pc:sldChg>
      <pc:sldChg chg="delSp mod">
        <pc:chgData name="Lone Herdt | CMC" userId="4a3cc345-8c5d-458e-a4ee-8dccda94af97" providerId="ADAL" clId="{E94DFB49-F091-5962-A4D1-B6068BA94006}" dt="2026-05-15T10:56:36.810" v="242" actId="478"/>
        <pc:sldMkLst>
          <pc:docMk/>
          <pc:sldMk cId="2188898886" sldId="280"/>
        </pc:sldMkLst>
      </pc:sldChg>
      <pc:sldChg chg="delSp modSp mod">
        <pc:chgData name="Lone Herdt | CMC" userId="4a3cc345-8c5d-458e-a4ee-8dccda94af97" providerId="ADAL" clId="{E94DFB49-F091-5962-A4D1-B6068BA94006}" dt="2026-05-18T11:54:49.621" v="360" actId="20577"/>
        <pc:sldMkLst>
          <pc:docMk/>
          <pc:sldMk cId="1535802971" sldId="282"/>
        </pc:sldMkLst>
        <pc:graphicFrameChg chg="mod modGraphic">
          <ac:chgData name="Lone Herdt | CMC" userId="4a3cc345-8c5d-458e-a4ee-8dccda94af97" providerId="ADAL" clId="{E94DFB49-F091-5962-A4D1-B6068BA94006}" dt="2026-05-18T11:54:49.621" v="360" actId="20577"/>
          <ac:graphicFrameMkLst>
            <pc:docMk/>
            <pc:sldMk cId="1535802971" sldId="282"/>
            <ac:graphicFrameMk id="8" creationId="{1DBCE5B5-28FA-40A2-96BE-9C3DD6A9D499}"/>
          </ac:graphicFrameMkLst>
        </pc:graphicFrameChg>
      </pc:sldChg>
      <pc:sldChg chg="delSp modSp mod">
        <pc:chgData name="Lone Herdt | CMC" userId="4a3cc345-8c5d-458e-a4ee-8dccda94af97" providerId="ADAL" clId="{E94DFB49-F091-5962-A4D1-B6068BA94006}" dt="2026-05-15T10:56:39.943" v="243" actId="478"/>
        <pc:sldMkLst>
          <pc:docMk/>
          <pc:sldMk cId="2619051913" sldId="283"/>
        </pc:sldMkLst>
      </pc:sldChg>
      <pc:sldChg chg="delSp modSp mod">
        <pc:chgData name="Lone Herdt | CMC" userId="4a3cc345-8c5d-458e-a4ee-8dccda94af97" providerId="ADAL" clId="{E94DFB49-F091-5962-A4D1-B6068BA94006}" dt="2026-05-15T10:56:43.266" v="244" actId="478"/>
        <pc:sldMkLst>
          <pc:docMk/>
          <pc:sldMk cId="1578836231" sldId="284"/>
        </pc:sldMkLst>
      </pc:sldChg>
      <pc:sldChg chg="delSp mod">
        <pc:chgData name="Lone Herdt | CMC" userId="4a3cc345-8c5d-458e-a4ee-8dccda94af97" providerId="ADAL" clId="{E94DFB49-F091-5962-A4D1-B6068BA94006}" dt="2026-05-15T10:56:25.672" v="239" actId="478"/>
        <pc:sldMkLst>
          <pc:docMk/>
          <pc:sldMk cId="297330243" sldId="28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F6164E-AD77-9141-B0D0-0E8C14FE900A}" type="datetimeFigureOut">
              <a:rPr lang="de-DE" smtClean="0"/>
              <a:t>18.05.26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04A257-0579-F04F-8FFA-A3EF91CF0B7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1377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Punkte aus Simones Notizen anreißen (z.B. Design &amp; Entwicklung)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04A257-0579-F04F-8FFA-A3EF91CF0B7F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2858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1">
            <a:extLst>
              <a:ext uri="{FF2B5EF4-FFF2-40B4-BE49-F238E27FC236}">
                <a16:creationId xmlns:a16="http://schemas.microsoft.com/office/drawing/2014/main" id="{FE9D2E00-C2A6-D317-D9B7-133222ADB6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0000" y="6300000"/>
            <a:ext cx="695440" cy="365125"/>
          </a:xfrm>
        </p:spPr>
        <p:txBody>
          <a:bodyPr/>
          <a:lstStyle>
            <a:lvl1pPr>
              <a:defRPr sz="1000" baseline="0">
                <a:latin typeface="Lato Light" panose="020F0302020204030203" pitchFamily="34" charset="77"/>
              </a:defRPr>
            </a:lvl1pPr>
          </a:lstStyle>
          <a:p>
            <a:r>
              <a:rPr lang="de-DE"/>
              <a:t>19.03.2025 </a:t>
            </a:r>
            <a:endParaRPr lang="de-DE" dirty="0"/>
          </a:p>
        </p:txBody>
      </p:sp>
      <p:sp>
        <p:nvSpPr>
          <p:cNvPr id="7" name="Foliennummernplatzhalter 3">
            <a:extLst>
              <a:ext uri="{FF2B5EF4-FFF2-40B4-BE49-F238E27FC236}">
                <a16:creationId xmlns:a16="http://schemas.microsoft.com/office/drawing/2014/main" id="{FCFD54C0-7CA0-6738-8CBD-ACE659769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7" y="6300000"/>
            <a:ext cx="2743200" cy="365125"/>
          </a:xfrm>
        </p:spPr>
        <p:txBody>
          <a:bodyPr/>
          <a:lstStyle>
            <a:lvl1pPr>
              <a:defRPr sz="1000" baseline="0">
                <a:latin typeface="Lato Light" panose="020F0302020204030203" pitchFamily="34" charset="77"/>
              </a:defRPr>
            </a:lvl1pPr>
          </a:lstStyle>
          <a:p>
            <a:fld id="{6BD12C19-85BE-2A43-B080-F7060291DC2F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4E4D6958-8E5E-F83C-D94F-81A29535D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3402" y="6300000"/>
            <a:ext cx="4114800" cy="365125"/>
          </a:xfrm>
        </p:spPr>
        <p:txBody>
          <a:bodyPr/>
          <a:lstStyle>
            <a:lvl1pPr algn="l">
              <a:defRPr sz="1000" baseline="0">
                <a:latin typeface="Lato Light" panose="020F0302020204030203" pitchFamily="34" charset="77"/>
              </a:defRPr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140631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46" userDrawn="1">
          <p15:clr>
            <a:srgbClr val="FBAE40"/>
          </p15:clr>
        </p15:guide>
        <p15:guide id="4" orient="horz" pos="3748" userDrawn="1">
          <p15:clr>
            <a:srgbClr val="FBAE40"/>
          </p15:clr>
        </p15:guide>
        <p15:guide id="5" pos="211" userDrawn="1">
          <p15:clr>
            <a:srgbClr val="FBAE40"/>
          </p15:clr>
        </p15:guide>
        <p15:guide id="6" pos="7469" userDrawn="1">
          <p15:clr>
            <a:srgbClr val="FBAE40"/>
          </p15:clr>
        </p15:guide>
        <p15:guide id="7" pos="2026" userDrawn="1">
          <p15:clr>
            <a:srgbClr val="FBAE40"/>
          </p15:clr>
        </p15:guide>
        <p15:guide id="10" pos="565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1">
            <a:extLst>
              <a:ext uri="{FF2B5EF4-FFF2-40B4-BE49-F238E27FC236}">
                <a16:creationId xmlns:a16="http://schemas.microsoft.com/office/drawing/2014/main" id="{FE9D2E00-C2A6-D317-D9B7-133222ADB6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0000" y="6300000"/>
            <a:ext cx="1055480" cy="365125"/>
          </a:xfrm>
        </p:spPr>
        <p:txBody>
          <a:bodyPr/>
          <a:lstStyle>
            <a:lvl1pPr>
              <a:defRPr sz="1000" baseline="0">
                <a:latin typeface="Lato Light" panose="020F0302020204030203" pitchFamily="34" charset="77"/>
              </a:defRPr>
            </a:lvl1pPr>
          </a:lstStyle>
          <a:p>
            <a:r>
              <a:rPr lang="de-DE"/>
              <a:t>19.03.2025 </a:t>
            </a:r>
            <a:endParaRPr lang="de-DE" dirty="0"/>
          </a:p>
        </p:txBody>
      </p:sp>
      <p:sp>
        <p:nvSpPr>
          <p:cNvPr id="7" name="Foliennummernplatzhalter 3">
            <a:extLst>
              <a:ext uri="{FF2B5EF4-FFF2-40B4-BE49-F238E27FC236}">
                <a16:creationId xmlns:a16="http://schemas.microsoft.com/office/drawing/2014/main" id="{FCFD54C0-7CA0-6738-8CBD-ACE659769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7" y="6300000"/>
            <a:ext cx="2743200" cy="365125"/>
          </a:xfrm>
        </p:spPr>
        <p:txBody>
          <a:bodyPr/>
          <a:lstStyle>
            <a:lvl1pPr>
              <a:defRPr sz="1000" baseline="0">
                <a:latin typeface="Lato Light" panose="020F0302020204030203" pitchFamily="34" charset="77"/>
              </a:defRPr>
            </a:lvl1pPr>
          </a:lstStyle>
          <a:p>
            <a:fld id="{6BD12C19-85BE-2A43-B080-F7060291DC2F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4E4D6958-8E5E-F83C-D94F-81A29535D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3402" y="6300000"/>
            <a:ext cx="4114800" cy="365125"/>
          </a:xfrm>
        </p:spPr>
        <p:txBody>
          <a:bodyPr/>
          <a:lstStyle>
            <a:lvl1pPr algn="l">
              <a:defRPr sz="1000" baseline="0">
                <a:latin typeface="Lato Light" panose="020F0302020204030203" pitchFamily="34" charset="77"/>
              </a:defRPr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650440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46">
          <p15:clr>
            <a:srgbClr val="FBAE40"/>
          </p15:clr>
        </p15:guide>
        <p15:guide id="4" orient="horz" pos="3748">
          <p15:clr>
            <a:srgbClr val="FBAE40"/>
          </p15:clr>
        </p15:guide>
        <p15:guide id="5" pos="211">
          <p15:clr>
            <a:srgbClr val="FBAE40"/>
          </p15:clr>
        </p15:guide>
        <p15:guide id="6" pos="7469">
          <p15:clr>
            <a:srgbClr val="FBAE40"/>
          </p15:clr>
        </p15:guide>
        <p15:guide id="7" pos="2026">
          <p15:clr>
            <a:srgbClr val="FBAE40"/>
          </p15:clr>
        </p15:guide>
        <p15:guide id="10" pos="565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1">
            <a:extLst>
              <a:ext uri="{FF2B5EF4-FFF2-40B4-BE49-F238E27FC236}">
                <a16:creationId xmlns:a16="http://schemas.microsoft.com/office/drawing/2014/main" id="{FE9D2E00-C2A6-D317-D9B7-133222ADB6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0000" y="6300000"/>
            <a:ext cx="1055480" cy="365125"/>
          </a:xfrm>
        </p:spPr>
        <p:txBody>
          <a:bodyPr/>
          <a:lstStyle>
            <a:lvl1pPr>
              <a:defRPr sz="1000" baseline="0">
                <a:latin typeface="Lato Light" panose="020F0302020204030203" pitchFamily="34" charset="77"/>
              </a:defRPr>
            </a:lvl1pPr>
          </a:lstStyle>
          <a:p>
            <a:r>
              <a:rPr lang="de-DE"/>
              <a:t>19.03.2025 </a:t>
            </a:r>
            <a:endParaRPr lang="de-DE" dirty="0"/>
          </a:p>
        </p:txBody>
      </p:sp>
      <p:sp>
        <p:nvSpPr>
          <p:cNvPr id="7" name="Foliennummernplatzhalter 3">
            <a:extLst>
              <a:ext uri="{FF2B5EF4-FFF2-40B4-BE49-F238E27FC236}">
                <a16:creationId xmlns:a16="http://schemas.microsoft.com/office/drawing/2014/main" id="{FCFD54C0-7CA0-6738-8CBD-ACE659769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7" y="6300000"/>
            <a:ext cx="2743200" cy="365125"/>
          </a:xfrm>
        </p:spPr>
        <p:txBody>
          <a:bodyPr/>
          <a:lstStyle>
            <a:lvl1pPr>
              <a:defRPr sz="1000" baseline="0">
                <a:latin typeface="Lato Light" panose="020F0302020204030203" pitchFamily="34" charset="77"/>
              </a:defRPr>
            </a:lvl1pPr>
          </a:lstStyle>
          <a:p>
            <a:fld id="{6BD12C19-85BE-2A43-B080-F7060291DC2F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4E4D6958-8E5E-F83C-D94F-81A29535D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3402" y="6300000"/>
            <a:ext cx="4114800" cy="365125"/>
          </a:xfrm>
        </p:spPr>
        <p:txBody>
          <a:bodyPr/>
          <a:lstStyle>
            <a:lvl1pPr algn="l">
              <a:defRPr sz="1000" baseline="0">
                <a:latin typeface="Lato Light" panose="020F0302020204030203" pitchFamily="34" charset="77"/>
              </a:defRPr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208615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46">
          <p15:clr>
            <a:srgbClr val="FBAE40"/>
          </p15:clr>
        </p15:guide>
        <p15:guide id="4" orient="horz" pos="3748">
          <p15:clr>
            <a:srgbClr val="FBAE40"/>
          </p15:clr>
        </p15:guide>
        <p15:guide id="5" pos="211">
          <p15:clr>
            <a:srgbClr val="FBAE40"/>
          </p15:clr>
        </p15:guide>
        <p15:guide id="6" pos="7469">
          <p15:clr>
            <a:srgbClr val="FBAE40"/>
          </p15:clr>
        </p15:guide>
        <p15:guide id="7" pos="2026">
          <p15:clr>
            <a:srgbClr val="FBAE40"/>
          </p15:clr>
        </p15:guide>
        <p15:guide id="10" pos="565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 descr="Ein Bild, das Schrift, Grafiken, Logo, Grafikdesign enthält.&#10;&#10;Automatisch generierte Beschreibung">
            <a:extLst>
              <a:ext uri="{FF2B5EF4-FFF2-40B4-BE49-F238E27FC236}">
                <a16:creationId xmlns:a16="http://schemas.microsoft.com/office/drawing/2014/main" id="{BBBC0F97-5766-A4F7-FB73-02A0BD8DE6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4963" y="333252"/>
            <a:ext cx="1440557" cy="645384"/>
          </a:xfrm>
          <a:prstGeom prst="rect">
            <a:avLst/>
          </a:prstGeom>
        </p:spPr>
      </p:pic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E74FB67C-D1C8-FB4E-3759-E8DC64AC05F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530" y="2492896"/>
            <a:ext cx="5761037" cy="503238"/>
          </a:xfrm>
        </p:spPr>
        <p:txBody>
          <a:bodyPr>
            <a:noAutofit/>
          </a:bodyPr>
          <a:lstStyle>
            <a:lvl1pPr marL="0" indent="0">
              <a:buNone/>
              <a:defRPr sz="3200" b="1" i="0" baseline="0">
                <a:solidFill>
                  <a:schemeClr val="accent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HEADLINE IN VERSALIEN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2EBD1814-7AB8-9E67-A18B-6D9110DF908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9483" y="3433192"/>
            <a:ext cx="4313009" cy="1707401"/>
          </a:xfrm>
        </p:spPr>
        <p:txBody>
          <a:bodyPr>
            <a:normAutofit/>
          </a:bodyPr>
          <a:lstStyle>
            <a:lvl1pPr marL="0" indent="0" defTabSz="450000">
              <a:lnSpc>
                <a:spcPts val="2100"/>
              </a:lnSpc>
              <a:buNone/>
              <a:defRPr sz="1600" b="1" i="0" baseline="0"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Lorem ipsum dolor sit amet, consectetuer adipiscing elit. Maecenas porttitor congue massa. Fusce posuere, magna sed pulvinar ultricies, purus lectus malesuada libero, sit amet commodo magna eros quis </a:t>
            </a:r>
            <a:r>
              <a:rPr lang="de-DE" dirty="0" err="1"/>
              <a:t>urna</a:t>
            </a:r>
            <a:r>
              <a:rPr lang="de-DE" dirty="0"/>
              <a:t>.</a:t>
            </a: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B42B9937-EFFE-4CB8-C695-9D9056C4065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16725" y="0"/>
            <a:ext cx="5375275" cy="6858000"/>
          </a:xfrm>
          <a:pattFill prst="lgGrid">
            <a:fgClr>
              <a:srgbClr val="258C9D"/>
            </a:fgClr>
            <a:bgClr>
              <a:schemeClr val="bg1"/>
            </a:bgClr>
          </a:pattFill>
        </p:spPr>
        <p:txBody>
          <a:bodyPr/>
          <a:lstStyle>
            <a:lvl1pPr>
              <a:defRPr/>
            </a:lvl1pPr>
          </a:lstStyle>
          <a:p>
            <a:endParaRPr lang="de-DE" dirty="0"/>
          </a:p>
        </p:txBody>
      </p:sp>
      <p:sp>
        <p:nvSpPr>
          <p:cNvPr id="11" name="Datumsplatzhalter 1">
            <a:extLst>
              <a:ext uri="{FF2B5EF4-FFF2-40B4-BE49-F238E27FC236}">
                <a16:creationId xmlns:a16="http://schemas.microsoft.com/office/drawing/2014/main" id="{936A428F-1BF9-9E55-0643-C9DE63332F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0000" y="6300000"/>
            <a:ext cx="1056050" cy="365125"/>
          </a:xfrm>
        </p:spPr>
        <p:txBody>
          <a:bodyPr/>
          <a:lstStyle>
            <a:lvl1pPr>
              <a:defRPr sz="1000" baseline="0">
                <a:latin typeface="Lato Light" panose="020F0302020204030203" pitchFamily="34" charset="77"/>
              </a:defRPr>
            </a:lvl1pPr>
          </a:lstStyle>
          <a:p>
            <a:r>
              <a:rPr lang="de-DE"/>
              <a:t>19.03.2025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87106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46">
          <p15:clr>
            <a:srgbClr val="FBAE40"/>
          </p15:clr>
        </p15:guide>
        <p15:guide id="4" orient="horz" pos="3748">
          <p15:clr>
            <a:srgbClr val="FBAE40"/>
          </p15:clr>
        </p15:guide>
        <p15:guide id="5" pos="211">
          <p15:clr>
            <a:srgbClr val="FBAE40"/>
          </p15:clr>
        </p15:guide>
        <p15:guide id="6" pos="7469">
          <p15:clr>
            <a:srgbClr val="FBAE40"/>
          </p15:clr>
        </p15:guide>
        <p15:guide id="7" pos="2026">
          <p15:clr>
            <a:srgbClr val="FBAE40"/>
          </p15:clr>
        </p15:guide>
        <p15:guide id="10" pos="5654">
          <p15:clr>
            <a:srgbClr val="FBAE40"/>
          </p15:clr>
        </p15:guide>
        <p15:guide id="11" pos="89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– nu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 descr="Ein Bild, das Schrift, Grafiken, Logo, Grafikdesign enthält.&#10;&#10;Automatisch generierte Beschreibung">
            <a:extLst>
              <a:ext uri="{FF2B5EF4-FFF2-40B4-BE49-F238E27FC236}">
                <a16:creationId xmlns:a16="http://schemas.microsoft.com/office/drawing/2014/main" id="{BBBC0F97-5766-A4F7-FB73-02A0BD8DE6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4963" y="333252"/>
            <a:ext cx="1440557" cy="645384"/>
          </a:xfrm>
          <a:prstGeom prst="rect">
            <a:avLst/>
          </a:prstGeom>
        </p:spPr>
      </p:pic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E74FB67C-D1C8-FB4E-3759-E8DC64AC05F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530" y="2492896"/>
            <a:ext cx="5761037" cy="503238"/>
          </a:xfrm>
        </p:spPr>
        <p:txBody>
          <a:bodyPr>
            <a:noAutofit/>
          </a:bodyPr>
          <a:lstStyle>
            <a:lvl1pPr marL="0" indent="0">
              <a:buNone/>
              <a:defRPr sz="3200" b="1" i="0" baseline="0">
                <a:solidFill>
                  <a:schemeClr val="accent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HEADLINE IN VERSALIEN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2EBD1814-7AB8-9E67-A18B-6D9110DF908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9483" y="3433192"/>
            <a:ext cx="4313009" cy="1707401"/>
          </a:xfrm>
        </p:spPr>
        <p:txBody>
          <a:bodyPr>
            <a:normAutofit/>
          </a:bodyPr>
          <a:lstStyle>
            <a:lvl1pPr marL="0" indent="0" defTabSz="450000">
              <a:lnSpc>
                <a:spcPts val="2100"/>
              </a:lnSpc>
              <a:buNone/>
              <a:defRPr sz="1600" b="1" i="0" baseline="0">
                <a:solidFill>
                  <a:schemeClr val="accent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Lorem ipsum dolor sit amet, consectetuer adipiscing elit. Maecenas porttitor congue massa. Fusce posuere, magna sed pulvinar ultricies, purus lectus malesuada libero, sit amet commodo magna eros quis </a:t>
            </a:r>
            <a:r>
              <a:rPr lang="de-DE" dirty="0" err="1"/>
              <a:t>urna</a:t>
            </a:r>
            <a:r>
              <a:rPr lang="de-DE" dirty="0"/>
              <a:t>.</a:t>
            </a:r>
          </a:p>
        </p:txBody>
      </p:sp>
      <p:sp>
        <p:nvSpPr>
          <p:cNvPr id="11" name="Datumsplatzhalter 1">
            <a:extLst>
              <a:ext uri="{FF2B5EF4-FFF2-40B4-BE49-F238E27FC236}">
                <a16:creationId xmlns:a16="http://schemas.microsoft.com/office/drawing/2014/main" id="{936A428F-1BF9-9E55-0643-C9DE63332F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0000" y="6300000"/>
            <a:ext cx="1056050" cy="365125"/>
          </a:xfrm>
        </p:spPr>
        <p:txBody>
          <a:bodyPr/>
          <a:lstStyle>
            <a:lvl1pPr>
              <a:defRPr sz="1000" baseline="0">
                <a:latin typeface="Lato Light" panose="020F0302020204030203" pitchFamily="34" charset="77"/>
              </a:defRPr>
            </a:lvl1pPr>
          </a:lstStyle>
          <a:p>
            <a:r>
              <a:rPr lang="de-DE"/>
              <a:t>19.03.2025 </a:t>
            </a:r>
            <a:endParaRPr lang="de-DE" dirty="0"/>
          </a:p>
        </p:txBody>
      </p:sp>
      <p:sp>
        <p:nvSpPr>
          <p:cNvPr id="2" name="Textplatzhalter 9">
            <a:extLst>
              <a:ext uri="{FF2B5EF4-FFF2-40B4-BE49-F238E27FC236}">
                <a16:creationId xmlns:a16="http://schemas.microsoft.com/office/drawing/2014/main" id="{AEA28AD8-1585-CFCB-E139-BD841F844E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0530" y="2996134"/>
            <a:ext cx="5761037" cy="277183"/>
          </a:xfrm>
        </p:spPr>
        <p:txBody>
          <a:bodyPr>
            <a:normAutofit/>
          </a:bodyPr>
          <a:lstStyle>
            <a:lvl1pPr marL="0" indent="0">
              <a:buNone/>
              <a:defRPr sz="1800" b="0" i="0" baseline="0">
                <a:solidFill>
                  <a:schemeClr val="accent1"/>
                </a:solidFill>
                <a:latin typeface="Lato Light" panose="020F0302020204030203" pitchFamily="34" charset="77"/>
              </a:defRPr>
            </a:lvl1pPr>
          </a:lstStyle>
          <a:p>
            <a:pPr lvl="0"/>
            <a:r>
              <a:rPr lang="de-DE" dirty="0"/>
              <a:t>Hier steht eine </a:t>
            </a:r>
            <a:r>
              <a:rPr lang="de-DE" dirty="0" err="1"/>
              <a:t>Subline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875829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46">
          <p15:clr>
            <a:srgbClr val="FBAE40"/>
          </p15:clr>
        </p15:guide>
        <p15:guide id="4" orient="horz" pos="3748">
          <p15:clr>
            <a:srgbClr val="FBAE40"/>
          </p15:clr>
        </p15:guide>
        <p15:guide id="5" pos="211">
          <p15:clr>
            <a:srgbClr val="FBAE40"/>
          </p15:clr>
        </p15:guide>
        <p15:guide id="6" pos="7469">
          <p15:clr>
            <a:srgbClr val="FBAE40"/>
          </p15:clr>
        </p15:guide>
        <p15:guide id="7" pos="2026">
          <p15:clr>
            <a:srgbClr val="FBAE40"/>
          </p15:clr>
        </p15:guide>
        <p15:guide id="10" pos="5654">
          <p15:clr>
            <a:srgbClr val="FBAE40"/>
          </p15:clr>
        </p15:guide>
        <p15:guide id="11" pos="89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E74FB67C-D1C8-FB4E-3759-E8DC64AC05F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530" y="549709"/>
            <a:ext cx="5761037" cy="503238"/>
          </a:xfrm>
        </p:spPr>
        <p:txBody>
          <a:bodyPr>
            <a:noAutofit/>
          </a:bodyPr>
          <a:lstStyle>
            <a:lvl1pPr marL="0" indent="0">
              <a:buNone/>
              <a:defRPr sz="3200" b="1" i="0" baseline="0">
                <a:solidFill>
                  <a:schemeClr val="accent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HEADLINE IN VERSALIEN</a:t>
            </a:r>
          </a:p>
        </p:txBody>
      </p:sp>
      <p:sp>
        <p:nvSpPr>
          <p:cNvPr id="5" name="Textplatzhalter 9">
            <a:extLst>
              <a:ext uri="{FF2B5EF4-FFF2-40B4-BE49-F238E27FC236}">
                <a16:creationId xmlns:a16="http://schemas.microsoft.com/office/drawing/2014/main" id="{BCA34878-EAA6-471A-258B-025814F5DF4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5441" y="1628800"/>
            <a:ext cx="3960439" cy="365125"/>
          </a:xfrm>
        </p:spPr>
        <p:txBody>
          <a:bodyPr>
            <a:normAutofit/>
          </a:bodyPr>
          <a:lstStyle>
            <a:lvl1pPr marL="0" indent="0">
              <a:buNone/>
              <a:defRPr sz="1600" b="1" i="0" baseline="0">
                <a:solidFill>
                  <a:schemeClr val="accent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THEMA  01</a:t>
            </a:r>
          </a:p>
        </p:txBody>
      </p:sp>
      <p:sp>
        <p:nvSpPr>
          <p:cNvPr id="6" name="Textplatzhalter 9">
            <a:extLst>
              <a:ext uri="{FF2B5EF4-FFF2-40B4-BE49-F238E27FC236}">
                <a16:creationId xmlns:a16="http://schemas.microsoft.com/office/drawing/2014/main" id="{9ABB22A9-2429-7E95-EAC9-0ED7333439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16051" y="2096160"/>
            <a:ext cx="3599830" cy="867360"/>
          </a:xfrm>
        </p:spPr>
        <p:txBody>
          <a:bodyPr>
            <a:normAutofit/>
          </a:bodyPr>
          <a:lstStyle>
            <a:lvl1pPr marL="0" indent="0">
              <a:buNone/>
              <a:defRPr sz="1200" b="0" i="0" baseline="0"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Inhalt 01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Inhalt 02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Inhalt 03</a:t>
            </a:r>
          </a:p>
          <a:p>
            <a:pPr lvl="0"/>
            <a:endParaRPr lang="de-DE" dirty="0"/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388489D1-4DA0-FBF2-CFBE-108CBAD3965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55441" y="3427120"/>
            <a:ext cx="3960439" cy="365125"/>
          </a:xfrm>
        </p:spPr>
        <p:txBody>
          <a:bodyPr>
            <a:normAutofit/>
          </a:bodyPr>
          <a:lstStyle>
            <a:lvl1pPr marL="0" indent="0">
              <a:buNone/>
              <a:defRPr sz="1600" b="1" i="0" baseline="0">
                <a:solidFill>
                  <a:schemeClr val="accent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THEMA  02</a:t>
            </a:r>
          </a:p>
        </p:txBody>
      </p:sp>
      <p:sp>
        <p:nvSpPr>
          <p:cNvPr id="13" name="Textplatzhalter 9">
            <a:extLst>
              <a:ext uri="{FF2B5EF4-FFF2-40B4-BE49-F238E27FC236}">
                <a16:creationId xmlns:a16="http://schemas.microsoft.com/office/drawing/2014/main" id="{7D08EB02-8A18-E3B7-B498-640B34FA429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16050" y="3894480"/>
            <a:ext cx="3599830" cy="902672"/>
          </a:xfrm>
        </p:spPr>
        <p:txBody>
          <a:bodyPr>
            <a:normAutofit/>
          </a:bodyPr>
          <a:lstStyle>
            <a:lvl1pPr marL="0" indent="0">
              <a:buNone/>
              <a:defRPr sz="1200" b="0" i="0" baseline="0"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Inhalt 01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Inhalt 02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Inhalt 03</a:t>
            </a:r>
          </a:p>
          <a:p>
            <a:pPr lvl="0"/>
            <a:endParaRPr lang="de-DE" dirty="0"/>
          </a:p>
        </p:txBody>
      </p:sp>
      <p:sp>
        <p:nvSpPr>
          <p:cNvPr id="7" name="Bildplatzhalter 8">
            <a:extLst>
              <a:ext uri="{FF2B5EF4-FFF2-40B4-BE49-F238E27FC236}">
                <a16:creationId xmlns:a16="http://schemas.microsoft.com/office/drawing/2014/main" id="{1BBB4E78-73C1-5D69-0103-9A7220707C3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16725" y="0"/>
            <a:ext cx="5375275" cy="6858000"/>
          </a:xfrm>
          <a:pattFill prst="lgGrid">
            <a:fgClr>
              <a:srgbClr val="258C9D"/>
            </a:fgClr>
            <a:bgClr>
              <a:schemeClr val="bg1"/>
            </a:bgClr>
          </a:pattFill>
        </p:spPr>
        <p:txBody>
          <a:bodyPr/>
          <a:lstStyle>
            <a:lvl1pPr>
              <a:defRPr/>
            </a:lvl1pPr>
          </a:lstStyle>
          <a:p>
            <a:endParaRPr lang="de-DE" dirty="0"/>
          </a:p>
        </p:txBody>
      </p:sp>
      <p:sp>
        <p:nvSpPr>
          <p:cNvPr id="9" name="Datumsplatzhalter 1">
            <a:extLst>
              <a:ext uri="{FF2B5EF4-FFF2-40B4-BE49-F238E27FC236}">
                <a16:creationId xmlns:a16="http://schemas.microsoft.com/office/drawing/2014/main" id="{CD48D197-0BD6-9472-8501-B83DC6B1AC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0000" y="6300000"/>
            <a:ext cx="2743200" cy="365125"/>
          </a:xfrm>
        </p:spPr>
        <p:txBody>
          <a:bodyPr/>
          <a:lstStyle>
            <a:lvl1pPr>
              <a:defRPr sz="1000" baseline="0">
                <a:latin typeface="Lato Light" panose="020F0302020204030203" pitchFamily="34" charset="77"/>
              </a:defRPr>
            </a:lvl1pPr>
          </a:lstStyle>
          <a:p>
            <a:r>
              <a:rPr lang="de-DE"/>
              <a:t>19.03.2025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38591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46">
          <p15:clr>
            <a:srgbClr val="FBAE40"/>
          </p15:clr>
        </p15:guide>
        <p15:guide id="4" orient="horz" pos="3748">
          <p15:clr>
            <a:srgbClr val="FBAE40"/>
          </p15:clr>
        </p15:guide>
        <p15:guide id="5" pos="211">
          <p15:clr>
            <a:srgbClr val="FBAE40"/>
          </p15:clr>
        </p15:guide>
        <p15:guide id="6" pos="7469">
          <p15:clr>
            <a:srgbClr val="FBAE40"/>
          </p15:clr>
        </p15:guide>
        <p15:guide id="7" pos="2026">
          <p15:clr>
            <a:srgbClr val="FBAE40"/>
          </p15:clr>
        </p15:guide>
        <p15:guide id="10" pos="5654">
          <p15:clr>
            <a:srgbClr val="FBAE40"/>
          </p15:clr>
        </p15:guide>
        <p15:guide id="11" pos="89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terthemen 2-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 descr="Ein Bild, das Schrift, Grafiken, Logo, Grafikdesign enthält.&#10;&#10;Automatisch generierte Beschreibung">
            <a:extLst>
              <a:ext uri="{FF2B5EF4-FFF2-40B4-BE49-F238E27FC236}">
                <a16:creationId xmlns:a16="http://schemas.microsoft.com/office/drawing/2014/main" id="{BBBC0F97-5766-A4F7-FB73-02A0BD8DE6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33267" y="549709"/>
            <a:ext cx="1123771" cy="503461"/>
          </a:xfrm>
          <a:prstGeom prst="rect">
            <a:avLst/>
          </a:prstGeom>
        </p:spPr>
      </p:pic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E74FB67C-D1C8-FB4E-3759-E8DC64AC05F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530" y="549709"/>
            <a:ext cx="5761037" cy="503238"/>
          </a:xfrm>
        </p:spPr>
        <p:txBody>
          <a:bodyPr>
            <a:noAutofit/>
          </a:bodyPr>
          <a:lstStyle>
            <a:lvl1pPr marL="0" indent="0">
              <a:buNone/>
              <a:defRPr sz="3200" b="1" i="0" baseline="0">
                <a:solidFill>
                  <a:schemeClr val="accent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HEADLINE IN VERSALIEN</a:t>
            </a:r>
          </a:p>
        </p:txBody>
      </p:sp>
      <p:sp>
        <p:nvSpPr>
          <p:cNvPr id="5" name="Textplatzhalter 9">
            <a:extLst>
              <a:ext uri="{FF2B5EF4-FFF2-40B4-BE49-F238E27FC236}">
                <a16:creationId xmlns:a16="http://schemas.microsoft.com/office/drawing/2014/main" id="{BCA34878-EAA6-471A-258B-025814F5DF4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5441" y="1988840"/>
            <a:ext cx="3960439" cy="365125"/>
          </a:xfrm>
        </p:spPr>
        <p:txBody>
          <a:bodyPr>
            <a:normAutofit/>
          </a:bodyPr>
          <a:lstStyle>
            <a:lvl1pPr marL="0" indent="0">
              <a:buNone/>
              <a:defRPr sz="1600" b="1" i="0" baseline="0">
                <a:solidFill>
                  <a:schemeClr val="accent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THEMA  01</a:t>
            </a:r>
          </a:p>
        </p:txBody>
      </p:sp>
      <p:sp>
        <p:nvSpPr>
          <p:cNvPr id="6" name="Textplatzhalter 9">
            <a:extLst>
              <a:ext uri="{FF2B5EF4-FFF2-40B4-BE49-F238E27FC236}">
                <a16:creationId xmlns:a16="http://schemas.microsoft.com/office/drawing/2014/main" id="{9ABB22A9-2429-7E95-EAC9-0ED7333439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16051" y="2456200"/>
            <a:ext cx="3599830" cy="867360"/>
          </a:xfrm>
        </p:spPr>
        <p:txBody>
          <a:bodyPr>
            <a:normAutofit/>
          </a:bodyPr>
          <a:lstStyle>
            <a:lvl1pPr marL="0" indent="0">
              <a:buNone/>
              <a:defRPr sz="1200" b="0" i="0" baseline="0"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Inhalt 01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Inhalt 02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Inhalt 03</a:t>
            </a:r>
          </a:p>
          <a:p>
            <a:pPr lvl="0"/>
            <a:endParaRPr lang="de-DE" dirty="0"/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388489D1-4DA0-FBF2-CFBE-108CBAD3965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55441" y="3787160"/>
            <a:ext cx="3960439" cy="365125"/>
          </a:xfrm>
        </p:spPr>
        <p:txBody>
          <a:bodyPr>
            <a:normAutofit/>
          </a:bodyPr>
          <a:lstStyle>
            <a:lvl1pPr marL="0" indent="0">
              <a:buNone/>
              <a:defRPr sz="1600" b="1" i="0" baseline="0">
                <a:solidFill>
                  <a:schemeClr val="accent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THEMA  02</a:t>
            </a:r>
          </a:p>
        </p:txBody>
      </p:sp>
      <p:sp>
        <p:nvSpPr>
          <p:cNvPr id="13" name="Textplatzhalter 9">
            <a:extLst>
              <a:ext uri="{FF2B5EF4-FFF2-40B4-BE49-F238E27FC236}">
                <a16:creationId xmlns:a16="http://schemas.microsoft.com/office/drawing/2014/main" id="{7D08EB02-8A18-E3B7-B498-640B34FA429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16050" y="4254520"/>
            <a:ext cx="3599830" cy="902672"/>
          </a:xfrm>
        </p:spPr>
        <p:txBody>
          <a:bodyPr>
            <a:normAutofit/>
          </a:bodyPr>
          <a:lstStyle>
            <a:lvl1pPr marL="0" indent="0">
              <a:buNone/>
              <a:defRPr sz="1200" b="0" i="0" baseline="0"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Inhalt 01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Inhalt 02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Inhalt 03</a:t>
            </a:r>
          </a:p>
          <a:p>
            <a:pPr lvl="0"/>
            <a:endParaRPr lang="de-DE" dirty="0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2EBD1814-7AB8-9E67-A18B-6D9110DF908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4801" y="1988840"/>
            <a:ext cx="3960439" cy="365125"/>
          </a:xfrm>
        </p:spPr>
        <p:txBody>
          <a:bodyPr>
            <a:normAutofit/>
          </a:bodyPr>
          <a:lstStyle>
            <a:lvl1pPr marL="0" indent="0">
              <a:buNone/>
              <a:defRPr sz="1600" b="1" i="0" baseline="0">
                <a:solidFill>
                  <a:schemeClr val="accent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THEMA  03</a:t>
            </a:r>
          </a:p>
        </p:txBody>
      </p:sp>
      <p:sp>
        <p:nvSpPr>
          <p:cNvPr id="15" name="Textplatzhalter 9">
            <a:extLst>
              <a:ext uri="{FF2B5EF4-FFF2-40B4-BE49-F238E27FC236}">
                <a16:creationId xmlns:a16="http://schemas.microsoft.com/office/drawing/2014/main" id="{30F9BAC3-7236-EDB5-AFF8-8A760452FD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55411" y="2456200"/>
            <a:ext cx="3599830" cy="867360"/>
          </a:xfrm>
        </p:spPr>
        <p:txBody>
          <a:bodyPr>
            <a:normAutofit/>
          </a:bodyPr>
          <a:lstStyle>
            <a:lvl1pPr marL="0" indent="0">
              <a:buNone/>
              <a:defRPr sz="1200" b="0" i="0" baseline="0"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Inhalt 01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Inhalt 02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Inhalt 03</a:t>
            </a:r>
          </a:p>
          <a:p>
            <a:pPr lvl="0"/>
            <a:endParaRPr lang="de-DE" dirty="0"/>
          </a:p>
        </p:txBody>
      </p:sp>
      <p:sp>
        <p:nvSpPr>
          <p:cNvPr id="16" name="Textplatzhalter 9">
            <a:extLst>
              <a:ext uri="{FF2B5EF4-FFF2-40B4-BE49-F238E27FC236}">
                <a16:creationId xmlns:a16="http://schemas.microsoft.com/office/drawing/2014/main" id="{29CE2B35-B0D6-6663-6E48-9C91DD41C09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4801" y="3787160"/>
            <a:ext cx="3960439" cy="365125"/>
          </a:xfrm>
        </p:spPr>
        <p:txBody>
          <a:bodyPr>
            <a:normAutofit/>
          </a:bodyPr>
          <a:lstStyle>
            <a:lvl1pPr marL="0" indent="0">
              <a:buNone/>
              <a:defRPr sz="1600" b="1" i="0" baseline="0">
                <a:solidFill>
                  <a:schemeClr val="accent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THEMA  04</a:t>
            </a:r>
          </a:p>
        </p:txBody>
      </p:sp>
      <p:sp>
        <p:nvSpPr>
          <p:cNvPr id="17" name="Textplatzhalter 9">
            <a:extLst>
              <a:ext uri="{FF2B5EF4-FFF2-40B4-BE49-F238E27FC236}">
                <a16:creationId xmlns:a16="http://schemas.microsoft.com/office/drawing/2014/main" id="{DCB5352C-CCAB-0208-087A-351E7399C9E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55410" y="4254520"/>
            <a:ext cx="3599830" cy="902672"/>
          </a:xfrm>
        </p:spPr>
        <p:txBody>
          <a:bodyPr>
            <a:normAutofit/>
          </a:bodyPr>
          <a:lstStyle>
            <a:lvl1pPr marL="0" indent="0">
              <a:buNone/>
              <a:defRPr sz="1200" b="0" i="0" baseline="0"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Inhalt 01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Inhalt 02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Inhalt 03</a:t>
            </a:r>
          </a:p>
          <a:p>
            <a:pPr lvl="0"/>
            <a:endParaRPr lang="de-DE" dirty="0"/>
          </a:p>
        </p:txBody>
      </p:sp>
      <p:sp>
        <p:nvSpPr>
          <p:cNvPr id="18" name="Datumsplatzhalter 1">
            <a:extLst>
              <a:ext uri="{FF2B5EF4-FFF2-40B4-BE49-F238E27FC236}">
                <a16:creationId xmlns:a16="http://schemas.microsoft.com/office/drawing/2014/main" id="{861AC235-12CF-D971-9900-843C6CC1EF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0000" y="6300000"/>
            <a:ext cx="1056050" cy="365125"/>
          </a:xfrm>
        </p:spPr>
        <p:txBody>
          <a:bodyPr/>
          <a:lstStyle>
            <a:lvl1pPr>
              <a:defRPr sz="1000" baseline="0">
                <a:latin typeface="Lato Light" panose="020F0302020204030203" pitchFamily="34" charset="77"/>
              </a:defRPr>
            </a:lvl1pPr>
          </a:lstStyle>
          <a:p>
            <a:r>
              <a:rPr lang="de-DE"/>
              <a:t>19.03.2025 </a:t>
            </a:r>
            <a:endParaRPr lang="de-DE" dirty="0"/>
          </a:p>
        </p:txBody>
      </p:sp>
      <p:sp>
        <p:nvSpPr>
          <p:cNvPr id="20" name="Foliennummernplatzhalter 3">
            <a:extLst>
              <a:ext uri="{FF2B5EF4-FFF2-40B4-BE49-F238E27FC236}">
                <a16:creationId xmlns:a16="http://schemas.microsoft.com/office/drawing/2014/main" id="{CA3557CD-0EDC-CFA4-3BB0-B6BEC2CF4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7" y="6300000"/>
            <a:ext cx="2743200" cy="365125"/>
          </a:xfrm>
        </p:spPr>
        <p:txBody>
          <a:bodyPr/>
          <a:lstStyle>
            <a:lvl1pPr>
              <a:defRPr sz="1000" baseline="0">
                <a:latin typeface="Lato Light" panose="020F0302020204030203" pitchFamily="34" charset="77"/>
              </a:defRPr>
            </a:lvl1pPr>
          </a:lstStyle>
          <a:p>
            <a:fld id="{6BD12C19-85BE-2A43-B080-F7060291DC2F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1" name="Fußzeilenplatzhalter 2">
            <a:extLst>
              <a:ext uri="{FF2B5EF4-FFF2-40B4-BE49-F238E27FC236}">
                <a16:creationId xmlns:a16="http://schemas.microsoft.com/office/drawing/2014/main" id="{A766AFC2-1905-6B7F-B485-472F4F7DA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3402" y="6300000"/>
            <a:ext cx="4114800" cy="365125"/>
          </a:xfrm>
        </p:spPr>
        <p:txBody>
          <a:bodyPr/>
          <a:lstStyle>
            <a:lvl1pPr algn="l">
              <a:defRPr sz="1000" baseline="0">
                <a:latin typeface="Lato Light" panose="020F0302020204030203" pitchFamily="34" charset="77"/>
              </a:defRPr>
            </a:lvl1pPr>
          </a:lstStyle>
          <a:p>
            <a:endParaRPr lang="de-DE" dirty="0"/>
          </a:p>
        </p:txBody>
      </p:sp>
      <p:sp>
        <p:nvSpPr>
          <p:cNvPr id="2" name="Textplatzhalter 9">
            <a:extLst>
              <a:ext uri="{FF2B5EF4-FFF2-40B4-BE49-F238E27FC236}">
                <a16:creationId xmlns:a16="http://schemas.microsoft.com/office/drawing/2014/main" id="{21BB32AB-469A-AB6A-4A52-9F2D925FAED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0530" y="991829"/>
            <a:ext cx="5761037" cy="277183"/>
          </a:xfrm>
        </p:spPr>
        <p:txBody>
          <a:bodyPr>
            <a:normAutofit/>
          </a:bodyPr>
          <a:lstStyle>
            <a:lvl1pPr marL="0" indent="0">
              <a:buNone/>
              <a:defRPr sz="1800" b="0" i="0" baseline="0">
                <a:solidFill>
                  <a:schemeClr val="accent1"/>
                </a:solidFill>
                <a:latin typeface="Lato Light" panose="020F0302020204030203" pitchFamily="34" charset="77"/>
              </a:defRPr>
            </a:lvl1pPr>
          </a:lstStyle>
          <a:p>
            <a:pPr lvl="0"/>
            <a:r>
              <a:rPr lang="de-DE" dirty="0"/>
              <a:t>Hier steht eine </a:t>
            </a:r>
            <a:r>
              <a:rPr lang="de-DE" dirty="0" err="1"/>
              <a:t>Subline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812571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46">
          <p15:clr>
            <a:srgbClr val="FBAE40"/>
          </p15:clr>
        </p15:guide>
        <p15:guide id="4" orient="horz" pos="3748">
          <p15:clr>
            <a:srgbClr val="FBAE40"/>
          </p15:clr>
        </p15:guide>
        <p15:guide id="5" pos="211">
          <p15:clr>
            <a:srgbClr val="FBAE40"/>
          </p15:clr>
        </p15:guide>
        <p15:guide id="6" pos="7469">
          <p15:clr>
            <a:srgbClr val="FBAE40"/>
          </p15:clr>
        </p15:guide>
        <p15:guide id="7" pos="2026">
          <p15:clr>
            <a:srgbClr val="FBAE40"/>
          </p15:clr>
        </p15:guide>
        <p15:guide id="10" pos="5654">
          <p15:clr>
            <a:srgbClr val="FBAE40"/>
          </p15:clr>
        </p15:guide>
        <p15:guide id="11" pos="89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terthemen 3-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 descr="Ein Bild, das Schrift, Grafiken, Logo, Grafikdesign enthält.&#10;&#10;Automatisch generierte Beschreibung">
            <a:extLst>
              <a:ext uri="{FF2B5EF4-FFF2-40B4-BE49-F238E27FC236}">
                <a16:creationId xmlns:a16="http://schemas.microsoft.com/office/drawing/2014/main" id="{BBBC0F97-5766-A4F7-FB73-02A0BD8DE6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33267" y="549709"/>
            <a:ext cx="1123771" cy="503461"/>
          </a:xfrm>
          <a:prstGeom prst="rect">
            <a:avLst/>
          </a:prstGeom>
        </p:spPr>
      </p:pic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E74FB67C-D1C8-FB4E-3759-E8DC64AC05F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530" y="549709"/>
            <a:ext cx="5761037" cy="503238"/>
          </a:xfrm>
        </p:spPr>
        <p:txBody>
          <a:bodyPr>
            <a:noAutofit/>
          </a:bodyPr>
          <a:lstStyle>
            <a:lvl1pPr marL="0" indent="0">
              <a:buNone/>
              <a:defRPr sz="3200" b="1" i="0" baseline="0">
                <a:solidFill>
                  <a:schemeClr val="accent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HEADLINE IN VERSALIEN</a:t>
            </a:r>
          </a:p>
        </p:txBody>
      </p:sp>
      <p:sp>
        <p:nvSpPr>
          <p:cNvPr id="5" name="Textplatzhalter 9">
            <a:extLst>
              <a:ext uri="{FF2B5EF4-FFF2-40B4-BE49-F238E27FC236}">
                <a16:creationId xmlns:a16="http://schemas.microsoft.com/office/drawing/2014/main" id="{BCA34878-EAA6-471A-258B-025814F5DF4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5441" y="1988840"/>
            <a:ext cx="2880317" cy="365125"/>
          </a:xfrm>
        </p:spPr>
        <p:txBody>
          <a:bodyPr>
            <a:normAutofit/>
          </a:bodyPr>
          <a:lstStyle>
            <a:lvl1pPr marL="0" indent="0">
              <a:buNone/>
              <a:defRPr sz="1600" b="1" i="0" baseline="0">
                <a:solidFill>
                  <a:schemeClr val="accent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THEMA  01</a:t>
            </a:r>
          </a:p>
        </p:txBody>
      </p:sp>
      <p:sp>
        <p:nvSpPr>
          <p:cNvPr id="6" name="Textplatzhalter 9">
            <a:extLst>
              <a:ext uri="{FF2B5EF4-FFF2-40B4-BE49-F238E27FC236}">
                <a16:creationId xmlns:a16="http://schemas.microsoft.com/office/drawing/2014/main" id="{9ABB22A9-2429-7E95-EAC9-0ED7333439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16051" y="2456200"/>
            <a:ext cx="2519709" cy="867360"/>
          </a:xfrm>
        </p:spPr>
        <p:txBody>
          <a:bodyPr>
            <a:normAutofit/>
          </a:bodyPr>
          <a:lstStyle>
            <a:lvl1pPr marL="0" indent="0">
              <a:buNone/>
              <a:defRPr sz="1200" b="0" i="0" baseline="0"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Inhalt 01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Inhalt 02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Inhalt 03</a:t>
            </a:r>
          </a:p>
          <a:p>
            <a:pPr lvl="0"/>
            <a:endParaRPr lang="de-DE" dirty="0"/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388489D1-4DA0-FBF2-CFBE-108CBAD3965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55442" y="3787160"/>
            <a:ext cx="2880316" cy="365125"/>
          </a:xfrm>
        </p:spPr>
        <p:txBody>
          <a:bodyPr>
            <a:normAutofit/>
          </a:bodyPr>
          <a:lstStyle>
            <a:lvl1pPr marL="0" indent="0">
              <a:buNone/>
              <a:defRPr sz="1600" b="1" i="0" baseline="0">
                <a:solidFill>
                  <a:schemeClr val="accent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THEMA  02</a:t>
            </a:r>
          </a:p>
        </p:txBody>
      </p:sp>
      <p:sp>
        <p:nvSpPr>
          <p:cNvPr id="13" name="Textplatzhalter 9">
            <a:extLst>
              <a:ext uri="{FF2B5EF4-FFF2-40B4-BE49-F238E27FC236}">
                <a16:creationId xmlns:a16="http://schemas.microsoft.com/office/drawing/2014/main" id="{7D08EB02-8A18-E3B7-B498-640B34FA429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16050" y="4254520"/>
            <a:ext cx="2519709" cy="902672"/>
          </a:xfrm>
        </p:spPr>
        <p:txBody>
          <a:bodyPr>
            <a:normAutofit/>
          </a:bodyPr>
          <a:lstStyle>
            <a:lvl1pPr marL="0" indent="0">
              <a:buNone/>
              <a:defRPr sz="1200" b="0" i="0" baseline="0"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Inhalt 01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Inhalt 02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Inhalt 03</a:t>
            </a:r>
          </a:p>
          <a:p>
            <a:pPr lvl="0"/>
            <a:endParaRPr lang="de-DE" dirty="0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2EBD1814-7AB8-9E67-A18B-6D9110DF908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71409" y="1988840"/>
            <a:ext cx="2880316" cy="365125"/>
          </a:xfrm>
        </p:spPr>
        <p:txBody>
          <a:bodyPr>
            <a:normAutofit/>
          </a:bodyPr>
          <a:lstStyle>
            <a:lvl1pPr marL="0" indent="0">
              <a:buNone/>
              <a:defRPr sz="1600" b="1" i="0" baseline="0">
                <a:solidFill>
                  <a:schemeClr val="accent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THEMA  03</a:t>
            </a:r>
          </a:p>
        </p:txBody>
      </p:sp>
      <p:sp>
        <p:nvSpPr>
          <p:cNvPr id="15" name="Textplatzhalter 9">
            <a:extLst>
              <a:ext uri="{FF2B5EF4-FFF2-40B4-BE49-F238E27FC236}">
                <a16:creationId xmlns:a16="http://schemas.microsoft.com/office/drawing/2014/main" id="{30F9BAC3-7236-EDB5-AFF8-8A760452FD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32018" y="2456200"/>
            <a:ext cx="2519709" cy="867360"/>
          </a:xfrm>
        </p:spPr>
        <p:txBody>
          <a:bodyPr>
            <a:normAutofit/>
          </a:bodyPr>
          <a:lstStyle>
            <a:lvl1pPr marL="0" indent="0">
              <a:buNone/>
              <a:defRPr sz="1200" b="0" i="0" baseline="0"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Inhalt 01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Inhalt 02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Inhalt 03</a:t>
            </a:r>
          </a:p>
          <a:p>
            <a:pPr lvl="0"/>
            <a:endParaRPr lang="de-DE" dirty="0"/>
          </a:p>
        </p:txBody>
      </p:sp>
      <p:sp>
        <p:nvSpPr>
          <p:cNvPr id="16" name="Textplatzhalter 9">
            <a:extLst>
              <a:ext uri="{FF2B5EF4-FFF2-40B4-BE49-F238E27FC236}">
                <a16:creationId xmlns:a16="http://schemas.microsoft.com/office/drawing/2014/main" id="{29CE2B35-B0D6-6663-6E48-9C91DD41C09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71409" y="3787160"/>
            <a:ext cx="2880316" cy="365125"/>
          </a:xfrm>
        </p:spPr>
        <p:txBody>
          <a:bodyPr>
            <a:normAutofit/>
          </a:bodyPr>
          <a:lstStyle>
            <a:lvl1pPr marL="0" indent="0">
              <a:buNone/>
              <a:defRPr sz="1600" b="1" i="0" baseline="0">
                <a:solidFill>
                  <a:schemeClr val="accent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THEMA  04</a:t>
            </a:r>
          </a:p>
        </p:txBody>
      </p:sp>
      <p:sp>
        <p:nvSpPr>
          <p:cNvPr id="17" name="Textplatzhalter 9">
            <a:extLst>
              <a:ext uri="{FF2B5EF4-FFF2-40B4-BE49-F238E27FC236}">
                <a16:creationId xmlns:a16="http://schemas.microsoft.com/office/drawing/2014/main" id="{DCB5352C-CCAB-0208-087A-351E7399C9E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32017" y="4254520"/>
            <a:ext cx="2519709" cy="902672"/>
          </a:xfrm>
        </p:spPr>
        <p:txBody>
          <a:bodyPr>
            <a:normAutofit/>
          </a:bodyPr>
          <a:lstStyle>
            <a:lvl1pPr marL="0" indent="0">
              <a:buNone/>
              <a:defRPr sz="1200" b="0" i="0" baseline="0"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Inhalt 01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Inhalt 02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Inhalt 03</a:t>
            </a:r>
          </a:p>
          <a:p>
            <a:pPr lvl="0"/>
            <a:endParaRPr lang="de-DE" dirty="0"/>
          </a:p>
        </p:txBody>
      </p:sp>
      <p:sp>
        <p:nvSpPr>
          <p:cNvPr id="18" name="Datumsplatzhalter 1">
            <a:extLst>
              <a:ext uri="{FF2B5EF4-FFF2-40B4-BE49-F238E27FC236}">
                <a16:creationId xmlns:a16="http://schemas.microsoft.com/office/drawing/2014/main" id="{861AC235-12CF-D971-9900-843C6CC1EF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0000" y="6300000"/>
            <a:ext cx="1056050" cy="365125"/>
          </a:xfrm>
        </p:spPr>
        <p:txBody>
          <a:bodyPr/>
          <a:lstStyle>
            <a:lvl1pPr>
              <a:defRPr sz="1000" baseline="0">
                <a:latin typeface="Lato Light" panose="020F0302020204030203" pitchFamily="34" charset="77"/>
              </a:defRPr>
            </a:lvl1pPr>
          </a:lstStyle>
          <a:p>
            <a:r>
              <a:rPr lang="de-DE"/>
              <a:t>19.03.2025 </a:t>
            </a:r>
            <a:endParaRPr lang="de-DE" dirty="0"/>
          </a:p>
        </p:txBody>
      </p:sp>
      <p:sp>
        <p:nvSpPr>
          <p:cNvPr id="20" name="Foliennummernplatzhalter 3">
            <a:extLst>
              <a:ext uri="{FF2B5EF4-FFF2-40B4-BE49-F238E27FC236}">
                <a16:creationId xmlns:a16="http://schemas.microsoft.com/office/drawing/2014/main" id="{CA3557CD-0EDC-CFA4-3BB0-B6BEC2CF4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7" y="6300000"/>
            <a:ext cx="2743200" cy="365125"/>
          </a:xfrm>
        </p:spPr>
        <p:txBody>
          <a:bodyPr/>
          <a:lstStyle>
            <a:lvl1pPr>
              <a:defRPr sz="1000" baseline="0">
                <a:latin typeface="Lato Light" panose="020F0302020204030203" pitchFamily="34" charset="77"/>
              </a:defRPr>
            </a:lvl1pPr>
          </a:lstStyle>
          <a:p>
            <a:fld id="{6BD12C19-85BE-2A43-B080-F7060291DC2F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1" name="Fußzeilenplatzhalter 2">
            <a:extLst>
              <a:ext uri="{FF2B5EF4-FFF2-40B4-BE49-F238E27FC236}">
                <a16:creationId xmlns:a16="http://schemas.microsoft.com/office/drawing/2014/main" id="{A766AFC2-1905-6B7F-B485-472F4F7DA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3402" y="6300000"/>
            <a:ext cx="4114800" cy="365125"/>
          </a:xfrm>
        </p:spPr>
        <p:txBody>
          <a:bodyPr/>
          <a:lstStyle>
            <a:lvl1pPr algn="l">
              <a:defRPr sz="1000" baseline="0">
                <a:latin typeface="Lato Light" panose="020F0302020204030203" pitchFamily="34" charset="77"/>
              </a:defRPr>
            </a:lvl1pPr>
          </a:lstStyle>
          <a:p>
            <a:endParaRPr lang="de-DE" dirty="0"/>
          </a:p>
        </p:txBody>
      </p:sp>
      <p:sp>
        <p:nvSpPr>
          <p:cNvPr id="2" name="Textplatzhalter 9">
            <a:extLst>
              <a:ext uri="{FF2B5EF4-FFF2-40B4-BE49-F238E27FC236}">
                <a16:creationId xmlns:a16="http://schemas.microsoft.com/office/drawing/2014/main" id="{B1B87554-20EF-71EA-9287-9CCE003429E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56242" y="1988840"/>
            <a:ext cx="2878757" cy="365125"/>
          </a:xfrm>
        </p:spPr>
        <p:txBody>
          <a:bodyPr>
            <a:normAutofit/>
          </a:bodyPr>
          <a:lstStyle>
            <a:lvl1pPr marL="0" indent="0">
              <a:buNone/>
              <a:defRPr sz="1600" b="1" i="0" baseline="0">
                <a:solidFill>
                  <a:schemeClr val="accent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THEMA  05</a:t>
            </a:r>
          </a:p>
        </p:txBody>
      </p:sp>
      <p:sp>
        <p:nvSpPr>
          <p:cNvPr id="3" name="Textplatzhalter 9">
            <a:extLst>
              <a:ext uri="{FF2B5EF4-FFF2-40B4-BE49-F238E27FC236}">
                <a16:creationId xmlns:a16="http://schemas.microsoft.com/office/drawing/2014/main" id="{01B59C6B-80C2-5E93-62D6-5456EAD1B5A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616852" y="2456200"/>
            <a:ext cx="2519709" cy="867360"/>
          </a:xfrm>
        </p:spPr>
        <p:txBody>
          <a:bodyPr>
            <a:normAutofit/>
          </a:bodyPr>
          <a:lstStyle>
            <a:lvl1pPr marL="0" indent="0">
              <a:buNone/>
              <a:defRPr sz="1200" b="0" i="0" baseline="0"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Inhalt 01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Inhalt 02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Inhalt 03</a:t>
            </a:r>
          </a:p>
          <a:p>
            <a:pPr lvl="0"/>
            <a:endParaRPr lang="de-DE" dirty="0"/>
          </a:p>
        </p:txBody>
      </p:sp>
      <p:sp>
        <p:nvSpPr>
          <p:cNvPr id="4" name="Textplatzhalter 9">
            <a:extLst>
              <a:ext uri="{FF2B5EF4-FFF2-40B4-BE49-F238E27FC236}">
                <a16:creationId xmlns:a16="http://schemas.microsoft.com/office/drawing/2014/main" id="{3D021826-E11D-78DC-98F8-C06374A5F54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256242" y="3787160"/>
            <a:ext cx="2878757" cy="365125"/>
          </a:xfrm>
        </p:spPr>
        <p:txBody>
          <a:bodyPr>
            <a:normAutofit/>
          </a:bodyPr>
          <a:lstStyle>
            <a:lvl1pPr marL="0" indent="0">
              <a:buNone/>
              <a:defRPr sz="1600" b="1" i="0" baseline="0">
                <a:solidFill>
                  <a:schemeClr val="accent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THEMA  06</a:t>
            </a:r>
          </a:p>
        </p:txBody>
      </p:sp>
      <p:sp>
        <p:nvSpPr>
          <p:cNvPr id="7" name="Textplatzhalter 9">
            <a:extLst>
              <a:ext uri="{FF2B5EF4-FFF2-40B4-BE49-F238E27FC236}">
                <a16:creationId xmlns:a16="http://schemas.microsoft.com/office/drawing/2014/main" id="{CC98707D-D8C1-D4D0-450B-5625323D328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616851" y="4254520"/>
            <a:ext cx="2519709" cy="902672"/>
          </a:xfrm>
        </p:spPr>
        <p:txBody>
          <a:bodyPr>
            <a:normAutofit/>
          </a:bodyPr>
          <a:lstStyle>
            <a:lvl1pPr marL="0" indent="0">
              <a:buNone/>
              <a:defRPr sz="1200" b="0" i="0" baseline="0"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Inhalt 01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Inhalt 02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Inhalt 03</a:t>
            </a:r>
          </a:p>
          <a:p>
            <a:pPr lvl="0"/>
            <a:endParaRPr lang="de-DE" dirty="0"/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67D6F2DA-6408-A8E6-83C7-4D534D40B99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0530" y="991829"/>
            <a:ext cx="5761037" cy="277183"/>
          </a:xfrm>
        </p:spPr>
        <p:txBody>
          <a:bodyPr>
            <a:normAutofit/>
          </a:bodyPr>
          <a:lstStyle>
            <a:lvl1pPr marL="0" indent="0">
              <a:buNone/>
              <a:defRPr sz="1800" b="0" i="0" baseline="0">
                <a:solidFill>
                  <a:schemeClr val="accent1"/>
                </a:solidFill>
                <a:latin typeface="Lato Light" panose="020F0302020204030203" pitchFamily="34" charset="77"/>
              </a:defRPr>
            </a:lvl1pPr>
          </a:lstStyle>
          <a:p>
            <a:pPr lvl="0"/>
            <a:r>
              <a:rPr lang="de-DE" dirty="0"/>
              <a:t>Hier steht eine </a:t>
            </a:r>
            <a:r>
              <a:rPr lang="de-DE" dirty="0" err="1"/>
              <a:t>Subline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127934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46">
          <p15:clr>
            <a:srgbClr val="FBAE40"/>
          </p15:clr>
        </p15:guide>
        <p15:guide id="4" orient="horz" pos="3748">
          <p15:clr>
            <a:srgbClr val="FBAE40"/>
          </p15:clr>
        </p15:guide>
        <p15:guide id="5" pos="211">
          <p15:clr>
            <a:srgbClr val="FBAE40"/>
          </p15:clr>
        </p15:guide>
        <p15:guide id="6" pos="7469">
          <p15:clr>
            <a:srgbClr val="FBAE40"/>
          </p15:clr>
        </p15:guide>
        <p15:guide id="7" pos="2026">
          <p15:clr>
            <a:srgbClr val="FBAE40"/>
          </p15:clr>
        </p15:guide>
        <p15:guide id="10" pos="5654">
          <p15:clr>
            <a:srgbClr val="FBAE40"/>
          </p15:clr>
        </p15:guide>
        <p15:guide id="11" pos="892">
          <p15:clr>
            <a:srgbClr val="FBAE40"/>
          </p15:clr>
        </p15:guide>
        <p15:guide id="12" pos="316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– Text –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 descr="Ein Bild, das Schrift, Grafiken, Logo, Grafikdesign enthält.&#10;&#10;Automatisch generierte Beschreibung">
            <a:extLst>
              <a:ext uri="{FF2B5EF4-FFF2-40B4-BE49-F238E27FC236}">
                <a16:creationId xmlns:a16="http://schemas.microsoft.com/office/drawing/2014/main" id="{BBBC0F97-5766-A4F7-FB73-02A0BD8DE6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33267" y="549709"/>
            <a:ext cx="1123771" cy="503461"/>
          </a:xfrm>
          <a:prstGeom prst="rect">
            <a:avLst/>
          </a:prstGeom>
        </p:spPr>
      </p:pic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E74FB67C-D1C8-FB4E-3759-E8DC64AC05F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530" y="549709"/>
            <a:ext cx="5761037" cy="503238"/>
          </a:xfrm>
        </p:spPr>
        <p:txBody>
          <a:bodyPr>
            <a:noAutofit/>
          </a:bodyPr>
          <a:lstStyle>
            <a:lvl1pPr marL="0" indent="0">
              <a:buNone/>
              <a:defRPr sz="3200" b="1" i="0" baseline="0">
                <a:solidFill>
                  <a:schemeClr val="accent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HEADLINE IN VERSALIEN</a:t>
            </a:r>
          </a:p>
        </p:txBody>
      </p:sp>
      <p:sp>
        <p:nvSpPr>
          <p:cNvPr id="18" name="Datumsplatzhalter 1">
            <a:extLst>
              <a:ext uri="{FF2B5EF4-FFF2-40B4-BE49-F238E27FC236}">
                <a16:creationId xmlns:a16="http://schemas.microsoft.com/office/drawing/2014/main" id="{861AC235-12CF-D971-9900-843C6CC1EF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0000" y="6300000"/>
            <a:ext cx="1056050" cy="365125"/>
          </a:xfrm>
        </p:spPr>
        <p:txBody>
          <a:bodyPr/>
          <a:lstStyle>
            <a:lvl1pPr>
              <a:defRPr sz="1000" baseline="0">
                <a:latin typeface="Lato Light" panose="020F0302020204030203" pitchFamily="34" charset="77"/>
              </a:defRPr>
            </a:lvl1pPr>
          </a:lstStyle>
          <a:p>
            <a:r>
              <a:rPr lang="de-DE"/>
              <a:t>19.03.2025 </a:t>
            </a:r>
            <a:endParaRPr lang="de-DE" dirty="0"/>
          </a:p>
        </p:txBody>
      </p:sp>
      <p:sp>
        <p:nvSpPr>
          <p:cNvPr id="20" name="Foliennummernplatzhalter 3">
            <a:extLst>
              <a:ext uri="{FF2B5EF4-FFF2-40B4-BE49-F238E27FC236}">
                <a16:creationId xmlns:a16="http://schemas.microsoft.com/office/drawing/2014/main" id="{CA3557CD-0EDC-CFA4-3BB0-B6BEC2CF4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7" y="6300000"/>
            <a:ext cx="2743200" cy="365125"/>
          </a:xfrm>
        </p:spPr>
        <p:txBody>
          <a:bodyPr/>
          <a:lstStyle>
            <a:lvl1pPr>
              <a:defRPr sz="1000" baseline="0">
                <a:latin typeface="Lato Light" panose="020F0302020204030203" pitchFamily="34" charset="77"/>
              </a:defRPr>
            </a:lvl1pPr>
          </a:lstStyle>
          <a:p>
            <a:fld id="{6BD12C19-85BE-2A43-B080-F7060291DC2F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1" name="Fußzeilenplatzhalter 2">
            <a:extLst>
              <a:ext uri="{FF2B5EF4-FFF2-40B4-BE49-F238E27FC236}">
                <a16:creationId xmlns:a16="http://schemas.microsoft.com/office/drawing/2014/main" id="{A766AFC2-1905-6B7F-B485-472F4F7DA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3402" y="6300000"/>
            <a:ext cx="4114800" cy="365125"/>
          </a:xfrm>
        </p:spPr>
        <p:txBody>
          <a:bodyPr/>
          <a:lstStyle>
            <a:lvl1pPr algn="l">
              <a:defRPr sz="1000" baseline="0">
                <a:latin typeface="Lato Light" panose="020F0302020204030203" pitchFamily="34" charset="77"/>
              </a:defRPr>
            </a:lvl1pPr>
          </a:lstStyle>
          <a:p>
            <a:endParaRPr lang="de-DE" dirty="0"/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67D6F2DA-6408-A8E6-83C7-4D534D40B99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0530" y="991829"/>
            <a:ext cx="5761037" cy="277183"/>
          </a:xfrm>
        </p:spPr>
        <p:txBody>
          <a:bodyPr>
            <a:normAutofit/>
          </a:bodyPr>
          <a:lstStyle>
            <a:lvl1pPr marL="0" indent="0">
              <a:buNone/>
              <a:defRPr sz="1800" b="0" i="0" baseline="0">
                <a:solidFill>
                  <a:schemeClr val="accent1"/>
                </a:solidFill>
                <a:latin typeface="Lato Light" panose="020F0302020204030203" pitchFamily="34" charset="77"/>
              </a:defRPr>
            </a:lvl1pPr>
          </a:lstStyle>
          <a:p>
            <a:pPr lvl="0"/>
            <a:r>
              <a:rPr lang="de-DE" dirty="0"/>
              <a:t>Hier steht eine </a:t>
            </a:r>
            <a:r>
              <a:rPr lang="de-DE" dirty="0" err="1"/>
              <a:t>Subline</a:t>
            </a:r>
            <a:endParaRPr lang="de-DE" dirty="0"/>
          </a:p>
        </p:txBody>
      </p:sp>
      <p:sp>
        <p:nvSpPr>
          <p:cNvPr id="11" name="Bildplatzhalter 8">
            <a:extLst>
              <a:ext uri="{FF2B5EF4-FFF2-40B4-BE49-F238E27FC236}">
                <a16:creationId xmlns:a16="http://schemas.microsoft.com/office/drawing/2014/main" id="{A30A9806-4378-D2BE-093D-C1AA98F533F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16725" y="0"/>
            <a:ext cx="5375275" cy="6858000"/>
          </a:xfrm>
          <a:pattFill prst="lgGrid">
            <a:fgClr>
              <a:srgbClr val="258C9D"/>
            </a:fgClr>
            <a:bgClr>
              <a:schemeClr val="bg1"/>
            </a:bgClr>
          </a:pattFill>
        </p:spPr>
        <p:txBody>
          <a:bodyPr/>
          <a:lstStyle>
            <a:lvl1pPr>
              <a:defRPr/>
            </a:lvl1pPr>
          </a:lstStyle>
          <a:p>
            <a:endParaRPr lang="de-DE" dirty="0"/>
          </a:p>
        </p:txBody>
      </p:sp>
      <p:sp>
        <p:nvSpPr>
          <p:cNvPr id="26" name="Textplatzhalter 25">
            <a:extLst>
              <a:ext uri="{FF2B5EF4-FFF2-40B4-BE49-F238E27FC236}">
                <a16:creationId xmlns:a16="http://schemas.microsoft.com/office/drawing/2014/main" id="{111BD9F7-095B-A5DC-D017-F402811FD70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62038" y="4365625"/>
            <a:ext cx="3959225" cy="1223963"/>
          </a:xfrm>
        </p:spPr>
        <p:txBody>
          <a:bodyPr>
            <a:noAutofit/>
          </a:bodyPr>
          <a:lstStyle>
            <a:lvl1pPr marL="0" indent="0">
              <a:lnSpc>
                <a:spcPts val="1800"/>
              </a:lnSpc>
              <a:buNone/>
              <a:defRPr sz="1400" b="1" i="0">
                <a:solidFill>
                  <a:schemeClr val="accent1"/>
                </a:solidFill>
                <a:latin typeface="Lato" panose="020F0502020204030203" pitchFamily="34" charset="77"/>
              </a:defRPr>
            </a:lvl1pPr>
            <a:lvl2pPr marL="457200" indent="0">
              <a:lnSpc>
                <a:spcPts val="1800"/>
              </a:lnSpc>
              <a:buNone/>
              <a:defRPr sz="1400" b="1" i="0">
                <a:solidFill>
                  <a:schemeClr val="accent1"/>
                </a:solidFill>
                <a:latin typeface="Lato" panose="020F0502020204030203" pitchFamily="34" charset="77"/>
              </a:defRPr>
            </a:lvl2pPr>
            <a:lvl3pPr marL="914400" indent="0">
              <a:lnSpc>
                <a:spcPts val="1800"/>
              </a:lnSpc>
              <a:buNone/>
              <a:defRPr sz="1400" b="1" i="0">
                <a:solidFill>
                  <a:schemeClr val="accent1"/>
                </a:solidFill>
                <a:latin typeface="Lato" panose="020F0502020204030203" pitchFamily="34" charset="77"/>
              </a:defRPr>
            </a:lvl3pPr>
            <a:lvl4pPr marL="1371600" indent="0">
              <a:lnSpc>
                <a:spcPts val="1800"/>
              </a:lnSpc>
              <a:buNone/>
              <a:defRPr sz="1400" b="1" i="0">
                <a:solidFill>
                  <a:schemeClr val="accent1"/>
                </a:solidFill>
                <a:latin typeface="Lato" panose="020F0502020204030203" pitchFamily="34" charset="77"/>
              </a:defRPr>
            </a:lvl4pPr>
            <a:lvl5pPr marL="1828800" indent="0">
              <a:lnSpc>
                <a:spcPts val="1800"/>
              </a:lnSpc>
              <a:buNone/>
              <a:defRPr sz="1400" b="1" i="0">
                <a:solidFill>
                  <a:schemeClr val="accent1"/>
                </a:solidFill>
                <a:latin typeface="Lato" panose="020F0502020204030203" pitchFamily="34" charset="77"/>
              </a:defRPr>
            </a:lvl5pPr>
          </a:lstStyle>
          <a:p>
            <a:pPr lvl="0"/>
            <a:r>
              <a:rPr lang="de-DE" dirty="0"/>
              <a:t>Lorem ipsum dolor sit amet, consectetuer adipiscing elit. Maecenas porttitor congue massa. Fusce posuere, magna sed pulvinar ultricies, purus lectus malesuada libero, sit amet commodo magna eros quis </a:t>
            </a:r>
            <a:r>
              <a:rPr lang="de-DE" dirty="0" err="1"/>
              <a:t>urna</a:t>
            </a:r>
            <a:r>
              <a:rPr lang="de-DE" dirty="0"/>
              <a:t>.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40872FF-6C01-E633-51F6-A7DE9C704CD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62038" y="2344345"/>
            <a:ext cx="3954462" cy="1666074"/>
          </a:xfrm>
        </p:spPr>
        <p:txBody>
          <a:bodyPr>
            <a:normAutofit/>
          </a:bodyPr>
          <a:lstStyle>
            <a:lvl1pPr>
              <a:lnSpc>
                <a:spcPts val="1600"/>
              </a:lnSpc>
              <a:defRPr sz="1200">
                <a:latin typeface="Lato" panose="020F0502020204030203" pitchFamily="34" charset="77"/>
              </a:defRPr>
            </a:lvl1pPr>
            <a:lvl2pPr>
              <a:lnSpc>
                <a:spcPts val="1600"/>
              </a:lnSpc>
              <a:defRPr sz="1200">
                <a:latin typeface="Lato" panose="020F0502020204030203" pitchFamily="34" charset="77"/>
              </a:defRPr>
            </a:lvl2pPr>
            <a:lvl3pPr>
              <a:lnSpc>
                <a:spcPts val="1600"/>
              </a:lnSpc>
              <a:defRPr sz="1200">
                <a:latin typeface="Lato" panose="020F0502020204030203" pitchFamily="34" charset="77"/>
              </a:defRPr>
            </a:lvl3pPr>
            <a:lvl4pPr>
              <a:lnSpc>
                <a:spcPts val="1600"/>
              </a:lnSpc>
              <a:defRPr sz="1200">
                <a:latin typeface="Lato" panose="020F0502020204030203" pitchFamily="34" charset="77"/>
              </a:defRPr>
            </a:lvl4pPr>
            <a:lvl5pPr>
              <a:lnSpc>
                <a:spcPts val="1600"/>
              </a:lnSpc>
              <a:defRPr sz="1200">
                <a:latin typeface="Lato" panose="020F0502020204030203" pitchFamily="34" charset="77"/>
              </a:defRPr>
            </a:lvl5pPr>
          </a:lstStyle>
          <a:p>
            <a:pPr lvl="0"/>
            <a:r>
              <a:rPr lang="de-DE" dirty="0"/>
              <a:t>Lorem ipsum dolor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de-DE" dirty="0"/>
          </a:p>
          <a:p>
            <a:pPr lvl="1"/>
            <a:r>
              <a:rPr lang="de-DE" dirty="0" err="1"/>
              <a:t>consectetuer</a:t>
            </a:r>
            <a:r>
              <a:rPr lang="de-DE" dirty="0"/>
              <a:t> adipiscing elit. </a:t>
            </a:r>
          </a:p>
          <a:p>
            <a:pPr lvl="0"/>
            <a:r>
              <a:rPr lang="de-DE" dirty="0"/>
              <a:t>Maecenas porttitor congue </a:t>
            </a:r>
            <a:r>
              <a:rPr lang="de-DE" dirty="0" err="1"/>
              <a:t>massa</a:t>
            </a:r>
            <a:r>
              <a:rPr lang="de-DE" dirty="0"/>
              <a:t>.</a:t>
            </a:r>
          </a:p>
          <a:p>
            <a:pPr lvl="0"/>
            <a:r>
              <a:rPr lang="de-DE" dirty="0"/>
              <a:t> Fusce posuere, magna sed pulvinar </a:t>
            </a:r>
            <a:r>
              <a:rPr lang="de-DE" dirty="0" err="1"/>
              <a:t>ultricies</a:t>
            </a:r>
            <a:r>
              <a:rPr lang="de-DE" dirty="0"/>
              <a:t>,</a:t>
            </a:r>
          </a:p>
          <a:p>
            <a:pPr lvl="1"/>
            <a:r>
              <a:rPr lang="de-DE" dirty="0" err="1"/>
              <a:t>purus</a:t>
            </a:r>
            <a:r>
              <a:rPr lang="de-DE" dirty="0"/>
              <a:t> lectus malesuada libero, sit amet commodo magna eros quis urna.</a:t>
            </a:r>
          </a:p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5076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46">
          <p15:clr>
            <a:srgbClr val="FBAE40"/>
          </p15:clr>
        </p15:guide>
        <p15:guide id="4" orient="horz" pos="3748">
          <p15:clr>
            <a:srgbClr val="FBAE40"/>
          </p15:clr>
        </p15:guide>
        <p15:guide id="5" pos="211">
          <p15:clr>
            <a:srgbClr val="FBAE40"/>
          </p15:clr>
        </p15:guide>
        <p15:guide id="6" pos="7469">
          <p15:clr>
            <a:srgbClr val="FBAE40"/>
          </p15:clr>
        </p15:guide>
        <p15:guide id="7" pos="2026">
          <p15:clr>
            <a:srgbClr val="FBAE40"/>
          </p15:clr>
        </p15:guide>
        <p15:guide id="10" pos="5654">
          <p15:clr>
            <a:srgbClr val="FBAE40"/>
          </p15:clr>
        </p15:guide>
        <p15:guide id="11" pos="892">
          <p15:clr>
            <a:srgbClr val="FBAE40"/>
          </p15:clr>
        </p15:guide>
        <p15:guide id="12" pos="316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kflow 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E74FB67C-D1C8-FB4E-3759-E8DC64AC05F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530" y="549709"/>
            <a:ext cx="5761037" cy="503238"/>
          </a:xfrm>
        </p:spPr>
        <p:txBody>
          <a:bodyPr>
            <a:noAutofit/>
          </a:bodyPr>
          <a:lstStyle>
            <a:lvl1pPr marL="0" indent="0">
              <a:buNone/>
              <a:defRPr sz="3200" b="1" i="0" baseline="0">
                <a:solidFill>
                  <a:schemeClr val="accent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HEADLINE IN VERSALIEN</a:t>
            </a:r>
          </a:p>
        </p:txBody>
      </p:sp>
      <p:sp>
        <p:nvSpPr>
          <p:cNvPr id="5" name="Textplatzhalter 9">
            <a:extLst>
              <a:ext uri="{FF2B5EF4-FFF2-40B4-BE49-F238E27FC236}">
                <a16:creationId xmlns:a16="http://schemas.microsoft.com/office/drawing/2014/main" id="{BCA34878-EAA6-471A-258B-025814F5DF4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16050" y="2349500"/>
            <a:ext cx="2880319" cy="365125"/>
          </a:xfrm>
        </p:spPr>
        <p:txBody>
          <a:bodyPr>
            <a:normAutofit/>
          </a:bodyPr>
          <a:lstStyle>
            <a:lvl1pPr marL="0" indent="0">
              <a:buNone/>
              <a:defRPr sz="1600" b="1" i="0" baseline="0">
                <a:solidFill>
                  <a:schemeClr val="accent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STEP 1</a:t>
            </a:r>
          </a:p>
        </p:txBody>
      </p:sp>
      <p:sp>
        <p:nvSpPr>
          <p:cNvPr id="6" name="Textplatzhalter 9">
            <a:extLst>
              <a:ext uri="{FF2B5EF4-FFF2-40B4-BE49-F238E27FC236}">
                <a16:creationId xmlns:a16="http://schemas.microsoft.com/office/drawing/2014/main" id="{9ABB22A9-2429-7E95-EAC9-0ED7333439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16049" y="2816860"/>
            <a:ext cx="2880319" cy="2767916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 i="0" baseline="0"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Inhalt 01</a:t>
            </a:r>
          </a:p>
          <a:p>
            <a:pPr lvl="0"/>
            <a:r>
              <a:rPr lang="de-DE" dirty="0"/>
              <a:t>Inhalt 02</a:t>
            </a:r>
          </a:p>
          <a:p>
            <a:pPr lvl="0"/>
            <a:r>
              <a:rPr lang="de-DE" dirty="0"/>
              <a:t>Inhalt 03</a:t>
            </a:r>
          </a:p>
          <a:p>
            <a:pPr lvl="0"/>
            <a:endParaRPr lang="de-DE" dirty="0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2EBD1814-7AB8-9E67-A18B-6D9110DF908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32015" y="2349500"/>
            <a:ext cx="2880320" cy="365125"/>
          </a:xfrm>
        </p:spPr>
        <p:txBody>
          <a:bodyPr>
            <a:normAutofit/>
          </a:bodyPr>
          <a:lstStyle>
            <a:lvl1pPr marL="0" indent="0">
              <a:buNone/>
              <a:defRPr sz="1600" b="1" i="0" baseline="0">
                <a:solidFill>
                  <a:schemeClr val="accent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STEP 2</a:t>
            </a:r>
          </a:p>
        </p:txBody>
      </p:sp>
      <p:sp>
        <p:nvSpPr>
          <p:cNvPr id="15" name="Textplatzhalter 9">
            <a:extLst>
              <a:ext uri="{FF2B5EF4-FFF2-40B4-BE49-F238E27FC236}">
                <a16:creationId xmlns:a16="http://schemas.microsoft.com/office/drawing/2014/main" id="{30F9BAC3-7236-EDB5-AFF8-8A760452FD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32015" y="2820060"/>
            <a:ext cx="2880319" cy="2767916"/>
          </a:xfrm>
        </p:spPr>
        <p:txBody>
          <a:bodyPr>
            <a:normAutofit/>
          </a:bodyPr>
          <a:lstStyle>
            <a:lvl1pPr marL="0" indent="0">
              <a:buNone/>
              <a:defRPr sz="1200" b="0" i="0" baseline="0"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Inhalt 01</a:t>
            </a:r>
          </a:p>
          <a:p>
            <a:pPr lvl="0"/>
            <a:r>
              <a:rPr lang="de-DE" dirty="0"/>
              <a:t>Inhalt 02</a:t>
            </a:r>
          </a:p>
          <a:p>
            <a:pPr lvl="0"/>
            <a:r>
              <a:rPr lang="de-DE" dirty="0"/>
              <a:t>Inhalt 03</a:t>
            </a:r>
          </a:p>
        </p:txBody>
      </p:sp>
      <p:sp>
        <p:nvSpPr>
          <p:cNvPr id="18" name="Datumsplatzhalter 1">
            <a:extLst>
              <a:ext uri="{FF2B5EF4-FFF2-40B4-BE49-F238E27FC236}">
                <a16:creationId xmlns:a16="http://schemas.microsoft.com/office/drawing/2014/main" id="{861AC235-12CF-D971-9900-843C6CC1EF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0000" y="6300000"/>
            <a:ext cx="1056049" cy="365125"/>
          </a:xfrm>
        </p:spPr>
        <p:txBody>
          <a:bodyPr/>
          <a:lstStyle>
            <a:lvl1pPr>
              <a:defRPr sz="1000" baseline="0">
                <a:latin typeface="Lato Light" panose="020F0302020204030203" pitchFamily="34" charset="77"/>
              </a:defRPr>
            </a:lvl1pPr>
          </a:lstStyle>
          <a:p>
            <a:r>
              <a:rPr lang="de-DE"/>
              <a:t>19.03.2025 </a:t>
            </a:r>
            <a:endParaRPr lang="de-DE" dirty="0"/>
          </a:p>
        </p:txBody>
      </p:sp>
      <p:sp>
        <p:nvSpPr>
          <p:cNvPr id="20" name="Foliennummernplatzhalter 3">
            <a:extLst>
              <a:ext uri="{FF2B5EF4-FFF2-40B4-BE49-F238E27FC236}">
                <a16:creationId xmlns:a16="http://schemas.microsoft.com/office/drawing/2014/main" id="{CA3557CD-0EDC-CFA4-3BB0-B6BEC2CF4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7" y="6300000"/>
            <a:ext cx="2743200" cy="365125"/>
          </a:xfrm>
        </p:spPr>
        <p:txBody>
          <a:bodyPr/>
          <a:lstStyle>
            <a:lvl1pPr>
              <a:defRPr sz="1000" baseline="0">
                <a:latin typeface="Lato Light" panose="020F0302020204030203" pitchFamily="34" charset="77"/>
              </a:defRPr>
            </a:lvl1pPr>
          </a:lstStyle>
          <a:p>
            <a:fld id="{6BD12C19-85BE-2A43-B080-F7060291DC2F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1" name="Fußzeilenplatzhalter 2">
            <a:extLst>
              <a:ext uri="{FF2B5EF4-FFF2-40B4-BE49-F238E27FC236}">
                <a16:creationId xmlns:a16="http://schemas.microsoft.com/office/drawing/2014/main" id="{A766AFC2-1905-6B7F-B485-472F4F7DA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3402" y="6300000"/>
            <a:ext cx="4114800" cy="365125"/>
          </a:xfrm>
        </p:spPr>
        <p:txBody>
          <a:bodyPr/>
          <a:lstStyle>
            <a:lvl1pPr algn="l">
              <a:defRPr sz="1000" baseline="0">
                <a:latin typeface="Lato Light" panose="020F0302020204030203" pitchFamily="34" charset="77"/>
              </a:defRPr>
            </a:lvl1pPr>
          </a:lstStyle>
          <a:p>
            <a:endParaRPr lang="de-DE" dirty="0"/>
          </a:p>
        </p:txBody>
      </p:sp>
      <p:sp>
        <p:nvSpPr>
          <p:cNvPr id="3" name="Textplatzhalter 9">
            <a:extLst>
              <a:ext uri="{FF2B5EF4-FFF2-40B4-BE49-F238E27FC236}">
                <a16:creationId xmlns:a16="http://schemas.microsoft.com/office/drawing/2014/main" id="{479FA4CC-E4A0-8884-D386-AC60F9A2B1B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18495" y="2349500"/>
            <a:ext cx="2880320" cy="365125"/>
          </a:xfrm>
        </p:spPr>
        <p:txBody>
          <a:bodyPr>
            <a:normAutofit/>
          </a:bodyPr>
          <a:lstStyle>
            <a:lvl1pPr marL="0" indent="0">
              <a:buNone/>
              <a:defRPr sz="1600" b="1" i="0" baseline="0">
                <a:solidFill>
                  <a:schemeClr val="accent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STEP 3</a:t>
            </a:r>
          </a:p>
        </p:txBody>
      </p:sp>
      <p:sp>
        <p:nvSpPr>
          <p:cNvPr id="4" name="Textplatzhalter 9">
            <a:extLst>
              <a:ext uri="{FF2B5EF4-FFF2-40B4-BE49-F238E27FC236}">
                <a16:creationId xmlns:a16="http://schemas.microsoft.com/office/drawing/2014/main" id="{EAD723D5-39B3-E9CB-FD7A-1D2CBE5AFC8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18495" y="2820060"/>
            <a:ext cx="2880319" cy="2767916"/>
          </a:xfrm>
        </p:spPr>
        <p:txBody>
          <a:bodyPr>
            <a:normAutofit/>
          </a:bodyPr>
          <a:lstStyle>
            <a:lvl1pPr marL="0" indent="0">
              <a:buNone/>
              <a:defRPr sz="1200" b="0" i="0" baseline="0"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Inhalt 01</a:t>
            </a:r>
          </a:p>
          <a:p>
            <a:pPr lvl="0"/>
            <a:r>
              <a:rPr lang="de-DE" dirty="0"/>
              <a:t>Inhalt 02</a:t>
            </a:r>
          </a:p>
          <a:p>
            <a:pPr lvl="0"/>
            <a:r>
              <a:rPr lang="de-DE" dirty="0"/>
              <a:t>Inhalt 03</a:t>
            </a:r>
          </a:p>
        </p:txBody>
      </p:sp>
      <p:pic>
        <p:nvPicPr>
          <p:cNvPr id="7" name="Grafik 6" descr="Ein Bild, das Schrift, Grafiken, Logo, Grafikdesign enthält.&#10;&#10;Automatisch generierte Beschreibung">
            <a:extLst>
              <a:ext uri="{FF2B5EF4-FFF2-40B4-BE49-F238E27FC236}">
                <a16:creationId xmlns:a16="http://schemas.microsoft.com/office/drawing/2014/main" id="{A709658B-C9F7-79C5-70FA-AE2B0C0E42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33267" y="549709"/>
            <a:ext cx="1123771" cy="503461"/>
          </a:xfrm>
          <a:prstGeom prst="rect">
            <a:avLst/>
          </a:prstGeom>
        </p:spPr>
      </p:pic>
      <p:sp>
        <p:nvSpPr>
          <p:cNvPr id="2" name="Textplatzhalter 9">
            <a:extLst>
              <a:ext uri="{FF2B5EF4-FFF2-40B4-BE49-F238E27FC236}">
                <a16:creationId xmlns:a16="http://schemas.microsoft.com/office/drawing/2014/main" id="{6DCBE2CF-D890-8B53-2B76-20977616EE8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0530" y="991829"/>
            <a:ext cx="5761037" cy="277183"/>
          </a:xfrm>
        </p:spPr>
        <p:txBody>
          <a:bodyPr>
            <a:normAutofit/>
          </a:bodyPr>
          <a:lstStyle>
            <a:lvl1pPr marL="0" indent="0">
              <a:buNone/>
              <a:defRPr sz="1800" b="0" i="0" baseline="0">
                <a:solidFill>
                  <a:schemeClr val="accent1"/>
                </a:solidFill>
                <a:latin typeface="Lato Light" panose="020F0302020204030203" pitchFamily="34" charset="77"/>
              </a:defRPr>
            </a:lvl1pPr>
          </a:lstStyle>
          <a:p>
            <a:pPr lvl="0"/>
            <a:r>
              <a:rPr lang="de-DE" dirty="0"/>
              <a:t>Hier steht eine </a:t>
            </a:r>
            <a:r>
              <a:rPr lang="de-DE" dirty="0" err="1"/>
              <a:t>Subline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597562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46">
          <p15:clr>
            <a:srgbClr val="FBAE40"/>
          </p15:clr>
        </p15:guide>
        <p15:guide id="4" orient="horz" pos="3748">
          <p15:clr>
            <a:srgbClr val="FBAE40"/>
          </p15:clr>
        </p15:guide>
        <p15:guide id="5" pos="211">
          <p15:clr>
            <a:srgbClr val="FBAE40"/>
          </p15:clr>
        </p15:guide>
        <p15:guide id="6" pos="7469">
          <p15:clr>
            <a:srgbClr val="FBAE40"/>
          </p15:clr>
        </p15:guide>
        <p15:guide id="7" pos="2026">
          <p15:clr>
            <a:srgbClr val="FBAE40"/>
          </p15:clr>
        </p15:guide>
        <p15:guide id="10" pos="5654">
          <p15:clr>
            <a:srgbClr val="FBAE40"/>
          </p15:clr>
        </p15:guide>
        <p15:guide id="11" pos="892">
          <p15:clr>
            <a:srgbClr val="FBAE40"/>
          </p15:clr>
        </p15:guide>
        <p15:guide id="12" orient="horz" pos="148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kflow I + Sub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E74FB67C-D1C8-FB4E-3759-E8DC64AC05F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530" y="549709"/>
            <a:ext cx="5761037" cy="503238"/>
          </a:xfrm>
        </p:spPr>
        <p:txBody>
          <a:bodyPr>
            <a:noAutofit/>
          </a:bodyPr>
          <a:lstStyle>
            <a:lvl1pPr marL="0" indent="0">
              <a:buNone/>
              <a:defRPr sz="3200" b="1" i="0" baseline="0">
                <a:solidFill>
                  <a:schemeClr val="accent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HEADLINE IN VERSALIEN</a:t>
            </a:r>
          </a:p>
        </p:txBody>
      </p:sp>
      <p:sp>
        <p:nvSpPr>
          <p:cNvPr id="5" name="Textplatzhalter 9">
            <a:extLst>
              <a:ext uri="{FF2B5EF4-FFF2-40B4-BE49-F238E27FC236}">
                <a16:creationId xmlns:a16="http://schemas.microsoft.com/office/drawing/2014/main" id="{BCA34878-EAA6-471A-258B-025814F5DF4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16050" y="2348880"/>
            <a:ext cx="2880319" cy="365125"/>
          </a:xfrm>
        </p:spPr>
        <p:txBody>
          <a:bodyPr>
            <a:normAutofit/>
          </a:bodyPr>
          <a:lstStyle>
            <a:lvl1pPr marL="0" indent="0">
              <a:buNone/>
              <a:defRPr sz="1600" b="1" i="0" baseline="0">
                <a:solidFill>
                  <a:schemeClr val="accent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STEP 1</a:t>
            </a:r>
          </a:p>
        </p:txBody>
      </p:sp>
      <p:sp>
        <p:nvSpPr>
          <p:cNvPr id="6" name="Textplatzhalter 9">
            <a:extLst>
              <a:ext uri="{FF2B5EF4-FFF2-40B4-BE49-F238E27FC236}">
                <a16:creationId xmlns:a16="http://schemas.microsoft.com/office/drawing/2014/main" id="{9ABB22A9-2429-7E95-EAC9-0ED7333439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16049" y="2816240"/>
            <a:ext cx="2880319" cy="2767916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 i="0" baseline="0"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Inhalt 01</a:t>
            </a:r>
          </a:p>
          <a:p>
            <a:pPr lvl="0"/>
            <a:r>
              <a:rPr lang="de-DE" dirty="0"/>
              <a:t>Inhalt 02</a:t>
            </a:r>
          </a:p>
          <a:p>
            <a:pPr lvl="0"/>
            <a:r>
              <a:rPr lang="de-DE" dirty="0"/>
              <a:t>Inhalt 03</a:t>
            </a:r>
          </a:p>
          <a:p>
            <a:pPr lvl="0"/>
            <a:endParaRPr lang="de-DE" dirty="0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2EBD1814-7AB8-9E67-A18B-6D9110DF908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32015" y="2348880"/>
            <a:ext cx="2880320" cy="365125"/>
          </a:xfrm>
        </p:spPr>
        <p:txBody>
          <a:bodyPr>
            <a:normAutofit/>
          </a:bodyPr>
          <a:lstStyle>
            <a:lvl1pPr marL="0" indent="0">
              <a:buNone/>
              <a:defRPr sz="1600" b="1" i="0" baseline="0">
                <a:solidFill>
                  <a:schemeClr val="accent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STEP 2</a:t>
            </a:r>
          </a:p>
        </p:txBody>
      </p:sp>
      <p:sp>
        <p:nvSpPr>
          <p:cNvPr id="15" name="Textplatzhalter 9">
            <a:extLst>
              <a:ext uri="{FF2B5EF4-FFF2-40B4-BE49-F238E27FC236}">
                <a16:creationId xmlns:a16="http://schemas.microsoft.com/office/drawing/2014/main" id="{30F9BAC3-7236-EDB5-AFF8-8A760452FD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32015" y="2819440"/>
            <a:ext cx="2880319" cy="2767916"/>
          </a:xfrm>
        </p:spPr>
        <p:txBody>
          <a:bodyPr>
            <a:normAutofit/>
          </a:bodyPr>
          <a:lstStyle>
            <a:lvl1pPr marL="0" indent="0">
              <a:buNone/>
              <a:defRPr sz="1200" b="0" i="0" baseline="0"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Inhalt 01</a:t>
            </a:r>
          </a:p>
          <a:p>
            <a:pPr lvl="0"/>
            <a:r>
              <a:rPr lang="de-DE" dirty="0"/>
              <a:t>Inhalt 02</a:t>
            </a:r>
          </a:p>
          <a:p>
            <a:pPr lvl="0"/>
            <a:r>
              <a:rPr lang="de-DE" dirty="0"/>
              <a:t>Inhalt 03</a:t>
            </a:r>
          </a:p>
        </p:txBody>
      </p:sp>
      <p:sp>
        <p:nvSpPr>
          <p:cNvPr id="18" name="Datumsplatzhalter 1">
            <a:extLst>
              <a:ext uri="{FF2B5EF4-FFF2-40B4-BE49-F238E27FC236}">
                <a16:creationId xmlns:a16="http://schemas.microsoft.com/office/drawing/2014/main" id="{861AC235-12CF-D971-9900-843C6CC1EF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0000" y="6300000"/>
            <a:ext cx="1056050" cy="365125"/>
          </a:xfrm>
        </p:spPr>
        <p:txBody>
          <a:bodyPr/>
          <a:lstStyle>
            <a:lvl1pPr>
              <a:defRPr sz="1000" baseline="0">
                <a:latin typeface="Lato Light" panose="020F0302020204030203" pitchFamily="34" charset="77"/>
              </a:defRPr>
            </a:lvl1pPr>
          </a:lstStyle>
          <a:p>
            <a:r>
              <a:rPr lang="de-DE"/>
              <a:t>19.03.2025 </a:t>
            </a:r>
            <a:endParaRPr lang="de-DE" dirty="0"/>
          </a:p>
        </p:txBody>
      </p:sp>
      <p:sp>
        <p:nvSpPr>
          <p:cNvPr id="20" name="Foliennummernplatzhalter 3">
            <a:extLst>
              <a:ext uri="{FF2B5EF4-FFF2-40B4-BE49-F238E27FC236}">
                <a16:creationId xmlns:a16="http://schemas.microsoft.com/office/drawing/2014/main" id="{CA3557CD-0EDC-CFA4-3BB0-B6BEC2CF4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7" y="6300000"/>
            <a:ext cx="2743200" cy="365125"/>
          </a:xfrm>
        </p:spPr>
        <p:txBody>
          <a:bodyPr/>
          <a:lstStyle>
            <a:lvl1pPr>
              <a:defRPr sz="1000" baseline="0">
                <a:latin typeface="Lato Light" panose="020F0302020204030203" pitchFamily="34" charset="77"/>
              </a:defRPr>
            </a:lvl1pPr>
          </a:lstStyle>
          <a:p>
            <a:fld id="{6BD12C19-85BE-2A43-B080-F7060291DC2F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1" name="Fußzeilenplatzhalter 2">
            <a:extLst>
              <a:ext uri="{FF2B5EF4-FFF2-40B4-BE49-F238E27FC236}">
                <a16:creationId xmlns:a16="http://schemas.microsoft.com/office/drawing/2014/main" id="{A766AFC2-1905-6B7F-B485-472F4F7DA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3402" y="6300000"/>
            <a:ext cx="4114800" cy="365125"/>
          </a:xfrm>
        </p:spPr>
        <p:txBody>
          <a:bodyPr/>
          <a:lstStyle>
            <a:lvl1pPr algn="l">
              <a:defRPr sz="1000" baseline="0">
                <a:latin typeface="Lato Light" panose="020F0302020204030203" pitchFamily="34" charset="77"/>
              </a:defRPr>
            </a:lvl1pPr>
          </a:lstStyle>
          <a:p>
            <a:endParaRPr lang="de-DE" dirty="0"/>
          </a:p>
        </p:txBody>
      </p:sp>
      <p:sp>
        <p:nvSpPr>
          <p:cNvPr id="3" name="Textplatzhalter 9">
            <a:extLst>
              <a:ext uri="{FF2B5EF4-FFF2-40B4-BE49-F238E27FC236}">
                <a16:creationId xmlns:a16="http://schemas.microsoft.com/office/drawing/2014/main" id="{479FA4CC-E4A0-8884-D386-AC60F9A2B1B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18495" y="2348880"/>
            <a:ext cx="2880320" cy="365125"/>
          </a:xfrm>
        </p:spPr>
        <p:txBody>
          <a:bodyPr>
            <a:normAutofit/>
          </a:bodyPr>
          <a:lstStyle>
            <a:lvl1pPr marL="0" indent="0">
              <a:buNone/>
              <a:defRPr sz="1600" b="1" i="0" baseline="0">
                <a:solidFill>
                  <a:schemeClr val="accent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STEP 3</a:t>
            </a:r>
          </a:p>
        </p:txBody>
      </p:sp>
      <p:sp>
        <p:nvSpPr>
          <p:cNvPr id="4" name="Textplatzhalter 9">
            <a:extLst>
              <a:ext uri="{FF2B5EF4-FFF2-40B4-BE49-F238E27FC236}">
                <a16:creationId xmlns:a16="http://schemas.microsoft.com/office/drawing/2014/main" id="{EAD723D5-39B3-E9CB-FD7A-1D2CBE5AFC8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18495" y="2819440"/>
            <a:ext cx="2880319" cy="2767916"/>
          </a:xfrm>
        </p:spPr>
        <p:txBody>
          <a:bodyPr>
            <a:normAutofit/>
          </a:bodyPr>
          <a:lstStyle>
            <a:lvl1pPr marL="0" indent="0">
              <a:buNone/>
              <a:defRPr sz="1200" b="0" i="0" baseline="0"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Inhalt 01</a:t>
            </a:r>
          </a:p>
          <a:p>
            <a:pPr lvl="0"/>
            <a:r>
              <a:rPr lang="de-DE" dirty="0"/>
              <a:t>Inhalt 02</a:t>
            </a:r>
          </a:p>
          <a:p>
            <a:pPr lvl="0"/>
            <a:r>
              <a:rPr lang="de-DE" dirty="0"/>
              <a:t>Inhalt 03</a:t>
            </a:r>
          </a:p>
        </p:txBody>
      </p:sp>
      <p:sp>
        <p:nvSpPr>
          <p:cNvPr id="2" name="Textplatzhalter 9">
            <a:extLst>
              <a:ext uri="{FF2B5EF4-FFF2-40B4-BE49-F238E27FC236}">
                <a16:creationId xmlns:a16="http://schemas.microsoft.com/office/drawing/2014/main" id="{4B76D088-E385-5E76-C1EF-1D5DB03F2E0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0530" y="991829"/>
            <a:ext cx="5761037" cy="277183"/>
          </a:xfrm>
        </p:spPr>
        <p:txBody>
          <a:bodyPr>
            <a:normAutofit/>
          </a:bodyPr>
          <a:lstStyle>
            <a:lvl1pPr marL="0" indent="0">
              <a:buNone/>
              <a:defRPr sz="1800" b="0" i="0" baseline="0">
                <a:solidFill>
                  <a:schemeClr val="accent1"/>
                </a:solidFill>
                <a:latin typeface="Lato Light" panose="020F0302020204030203" pitchFamily="34" charset="77"/>
              </a:defRPr>
            </a:lvl1pPr>
          </a:lstStyle>
          <a:p>
            <a:pPr lvl="0"/>
            <a:r>
              <a:rPr lang="de-DE" dirty="0"/>
              <a:t>Hier steht eine </a:t>
            </a:r>
            <a:r>
              <a:rPr lang="de-DE" dirty="0" err="1"/>
              <a:t>Subline</a:t>
            </a:r>
            <a:endParaRPr lang="de-DE" dirty="0"/>
          </a:p>
        </p:txBody>
      </p:sp>
      <p:pic>
        <p:nvPicPr>
          <p:cNvPr id="11" name="Grafik 10" descr="Ein Bild, das Schrift, Grafiken, Logo, Grafikdesign enthält.&#10;&#10;Automatisch generierte Beschreibung">
            <a:extLst>
              <a:ext uri="{FF2B5EF4-FFF2-40B4-BE49-F238E27FC236}">
                <a16:creationId xmlns:a16="http://schemas.microsoft.com/office/drawing/2014/main" id="{0B853D86-0476-53DC-E123-DD903D373F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33267" y="549709"/>
            <a:ext cx="1123771" cy="503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0355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46">
          <p15:clr>
            <a:srgbClr val="FBAE40"/>
          </p15:clr>
        </p15:guide>
        <p15:guide id="4" orient="horz" pos="3748">
          <p15:clr>
            <a:srgbClr val="FBAE40"/>
          </p15:clr>
        </p15:guide>
        <p15:guide id="5" pos="211">
          <p15:clr>
            <a:srgbClr val="FBAE40"/>
          </p15:clr>
        </p15:guide>
        <p15:guide id="6" pos="7469">
          <p15:clr>
            <a:srgbClr val="FBAE40"/>
          </p15:clr>
        </p15:guide>
        <p15:guide id="7" pos="2026">
          <p15:clr>
            <a:srgbClr val="FBAE40"/>
          </p15:clr>
        </p15:guide>
        <p15:guide id="10" pos="5654">
          <p15:clr>
            <a:srgbClr val="FBAE40"/>
          </p15:clr>
        </p15:guide>
        <p15:guide id="11" pos="892">
          <p15:clr>
            <a:srgbClr val="FBAE40"/>
          </p15:clr>
        </p15:guide>
        <p15:guide id="12" orient="horz" pos="148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kflow 3 Steps – Pfe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E74FB67C-D1C8-FB4E-3759-E8DC64AC05F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530" y="549709"/>
            <a:ext cx="5761037" cy="503238"/>
          </a:xfrm>
        </p:spPr>
        <p:txBody>
          <a:bodyPr>
            <a:noAutofit/>
          </a:bodyPr>
          <a:lstStyle>
            <a:lvl1pPr marL="0" indent="0">
              <a:buNone/>
              <a:defRPr sz="3200" b="1" i="0" baseline="0">
                <a:solidFill>
                  <a:schemeClr val="accent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HEADLINE IN VERSALIEN</a:t>
            </a:r>
          </a:p>
        </p:txBody>
      </p:sp>
      <p:sp>
        <p:nvSpPr>
          <p:cNvPr id="18" name="Datumsplatzhalter 1">
            <a:extLst>
              <a:ext uri="{FF2B5EF4-FFF2-40B4-BE49-F238E27FC236}">
                <a16:creationId xmlns:a16="http://schemas.microsoft.com/office/drawing/2014/main" id="{861AC235-12CF-D971-9900-843C6CC1EF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0000" y="6300000"/>
            <a:ext cx="1056050" cy="365125"/>
          </a:xfrm>
        </p:spPr>
        <p:txBody>
          <a:bodyPr/>
          <a:lstStyle>
            <a:lvl1pPr>
              <a:defRPr sz="1000" baseline="0">
                <a:latin typeface="Lato Light" panose="020F0302020204030203" pitchFamily="34" charset="77"/>
              </a:defRPr>
            </a:lvl1pPr>
          </a:lstStyle>
          <a:p>
            <a:r>
              <a:rPr lang="de-DE"/>
              <a:t>19.03.2025 </a:t>
            </a:r>
            <a:endParaRPr lang="de-DE" dirty="0"/>
          </a:p>
        </p:txBody>
      </p:sp>
      <p:sp>
        <p:nvSpPr>
          <p:cNvPr id="20" name="Foliennummernplatzhalter 3">
            <a:extLst>
              <a:ext uri="{FF2B5EF4-FFF2-40B4-BE49-F238E27FC236}">
                <a16:creationId xmlns:a16="http://schemas.microsoft.com/office/drawing/2014/main" id="{CA3557CD-0EDC-CFA4-3BB0-B6BEC2CF4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7" y="6300000"/>
            <a:ext cx="2743200" cy="365125"/>
          </a:xfrm>
        </p:spPr>
        <p:txBody>
          <a:bodyPr/>
          <a:lstStyle>
            <a:lvl1pPr>
              <a:defRPr sz="1000" baseline="0">
                <a:latin typeface="Lato Light" panose="020F0302020204030203" pitchFamily="34" charset="77"/>
              </a:defRPr>
            </a:lvl1pPr>
          </a:lstStyle>
          <a:p>
            <a:fld id="{6BD12C19-85BE-2A43-B080-F7060291DC2F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1" name="Fußzeilenplatzhalter 2">
            <a:extLst>
              <a:ext uri="{FF2B5EF4-FFF2-40B4-BE49-F238E27FC236}">
                <a16:creationId xmlns:a16="http://schemas.microsoft.com/office/drawing/2014/main" id="{A766AFC2-1905-6B7F-B485-472F4F7DA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3402" y="6300000"/>
            <a:ext cx="4114800" cy="365125"/>
          </a:xfrm>
        </p:spPr>
        <p:txBody>
          <a:bodyPr/>
          <a:lstStyle>
            <a:lvl1pPr algn="l">
              <a:defRPr sz="1000" baseline="0">
                <a:latin typeface="Lato Light" panose="020F0302020204030203" pitchFamily="34" charset="77"/>
              </a:defRPr>
            </a:lvl1pPr>
          </a:lstStyle>
          <a:p>
            <a:endParaRPr lang="de-DE" dirty="0"/>
          </a:p>
        </p:txBody>
      </p:sp>
      <p:pic>
        <p:nvPicPr>
          <p:cNvPr id="9" name="Grafik 8" descr="Ein Bild, das Schrift, Grafiken, Logo, Grafikdesign enthält.&#10;&#10;Automatisch generierte Beschreibung">
            <a:extLst>
              <a:ext uri="{FF2B5EF4-FFF2-40B4-BE49-F238E27FC236}">
                <a16:creationId xmlns:a16="http://schemas.microsoft.com/office/drawing/2014/main" id="{6BB31EC9-807C-3F68-86EE-F9E447E9DA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33267" y="549709"/>
            <a:ext cx="1123771" cy="503461"/>
          </a:xfrm>
          <a:prstGeom prst="rect">
            <a:avLst/>
          </a:prstGeom>
        </p:spPr>
      </p:pic>
      <p:sp>
        <p:nvSpPr>
          <p:cNvPr id="11" name="Abgerundetes Rechteck 10">
            <a:extLst>
              <a:ext uri="{FF2B5EF4-FFF2-40B4-BE49-F238E27FC236}">
                <a16:creationId xmlns:a16="http://schemas.microsoft.com/office/drawing/2014/main" id="{17D2CF6A-0AEF-5DAF-B68F-80EF431170A6}"/>
              </a:ext>
            </a:extLst>
          </p:cNvPr>
          <p:cNvSpPr/>
          <p:nvPr userDrawn="1"/>
        </p:nvSpPr>
        <p:spPr>
          <a:xfrm>
            <a:off x="8266883" y="2492895"/>
            <a:ext cx="2880000" cy="3092109"/>
          </a:xfrm>
          <a:prstGeom prst="roundRect">
            <a:avLst>
              <a:gd name="adj" fmla="val 6341"/>
            </a:avLst>
          </a:prstGeom>
          <a:solidFill>
            <a:schemeClr val="bg1"/>
          </a:solidFill>
          <a:ln w="19050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2187844"/>
                      <a:gd name="connsiteY0" fmla="*/ 364648 h 3092109"/>
                      <a:gd name="connsiteX1" fmla="*/ 364648 w 2187844"/>
                      <a:gd name="connsiteY1" fmla="*/ 0 h 3092109"/>
                      <a:gd name="connsiteX2" fmla="*/ 1823196 w 2187844"/>
                      <a:gd name="connsiteY2" fmla="*/ 0 h 3092109"/>
                      <a:gd name="connsiteX3" fmla="*/ 2187844 w 2187844"/>
                      <a:gd name="connsiteY3" fmla="*/ 364648 h 3092109"/>
                      <a:gd name="connsiteX4" fmla="*/ 2187844 w 2187844"/>
                      <a:gd name="connsiteY4" fmla="*/ 2727461 h 3092109"/>
                      <a:gd name="connsiteX5" fmla="*/ 1823196 w 2187844"/>
                      <a:gd name="connsiteY5" fmla="*/ 3092109 h 3092109"/>
                      <a:gd name="connsiteX6" fmla="*/ 364648 w 2187844"/>
                      <a:gd name="connsiteY6" fmla="*/ 3092109 h 3092109"/>
                      <a:gd name="connsiteX7" fmla="*/ 0 w 2187844"/>
                      <a:gd name="connsiteY7" fmla="*/ 2727461 h 3092109"/>
                      <a:gd name="connsiteX8" fmla="*/ 0 w 2187844"/>
                      <a:gd name="connsiteY8" fmla="*/ 364648 h 309210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187844" h="3092109" fill="none" extrusionOk="0">
                        <a:moveTo>
                          <a:pt x="0" y="364648"/>
                        </a:moveTo>
                        <a:cubicBezTo>
                          <a:pt x="-37102" y="157257"/>
                          <a:pt x="174685" y="9345"/>
                          <a:pt x="364648" y="0"/>
                        </a:cubicBezTo>
                        <a:cubicBezTo>
                          <a:pt x="1066988" y="-120775"/>
                          <a:pt x="1352762" y="-80803"/>
                          <a:pt x="1823196" y="0"/>
                        </a:cubicBezTo>
                        <a:cubicBezTo>
                          <a:pt x="2043987" y="29885"/>
                          <a:pt x="2205013" y="184289"/>
                          <a:pt x="2187844" y="364648"/>
                        </a:cubicBezTo>
                        <a:cubicBezTo>
                          <a:pt x="2037405" y="781022"/>
                          <a:pt x="2273723" y="2263305"/>
                          <a:pt x="2187844" y="2727461"/>
                        </a:cubicBezTo>
                        <a:cubicBezTo>
                          <a:pt x="2181885" y="2929830"/>
                          <a:pt x="1992992" y="3070310"/>
                          <a:pt x="1823196" y="3092109"/>
                        </a:cubicBezTo>
                        <a:cubicBezTo>
                          <a:pt x="1395451" y="3191838"/>
                          <a:pt x="694295" y="3204737"/>
                          <a:pt x="364648" y="3092109"/>
                        </a:cubicBezTo>
                        <a:cubicBezTo>
                          <a:pt x="164438" y="3076146"/>
                          <a:pt x="-15295" y="2937782"/>
                          <a:pt x="0" y="2727461"/>
                        </a:cubicBezTo>
                        <a:cubicBezTo>
                          <a:pt x="64656" y="2114978"/>
                          <a:pt x="-17807" y="1324744"/>
                          <a:pt x="0" y="364648"/>
                        </a:cubicBezTo>
                        <a:close/>
                      </a:path>
                      <a:path w="2187844" h="3092109" stroke="0" extrusionOk="0">
                        <a:moveTo>
                          <a:pt x="0" y="364648"/>
                        </a:moveTo>
                        <a:cubicBezTo>
                          <a:pt x="-29419" y="145112"/>
                          <a:pt x="154279" y="3370"/>
                          <a:pt x="364648" y="0"/>
                        </a:cubicBezTo>
                        <a:cubicBezTo>
                          <a:pt x="570276" y="64088"/>
                          <a:pt x="1314248" y="-106426"/>
                          <a:pt x="1823196" y="0"/>
                        </a:cubicBezTo>
                        <a:cubicBezTo>
                          <a:pt x="2009386" y="14843"/>
                          <a:pt x="2186877" y="168604"/>
                          <a:pt x="2187844" y="364648"/>
                        </a:cubicBezTo>
                        <a:cubicBezTo>
                          <a:pt x="2208031" y="637233"/>
                          <a:pt x="2340324" y="2227564"/>
                          <a:pt x="2187844" y="2727461"/>
                        </a:cubicBezTo>
                        <a:cubicBezTo>
                          <a:pt x="2200415" y="2930342"/>
                          <a:pt x="2031160" y="3078580"/>
                          <a:pt x="1823196" y="3092109"/>
                        </a:cubicBezTo>
                        <a:cubicBezTo>
                          <a:pt x="1405847" y="3127405"/>
                          <a:pt x="581463" y="3222938"/>
                          <a:pt x="364648" y="3092109"/>
                        </a:cubicBezTo>
                        <a:cubicBezTo>
                          <a:pt x="162298" y="3082957"/>
                          <a:pt x="-11308" y="2944566"/>
                          <a:pt x="0" y="2727461"/>
                        </a:cubicBezTo>
                        <a:cubicBezTo>
                          <a:pt x="-38581" y="2377887"/>
                          <a:pt x="63341" y="1352437"/>
                          <a:pt x="0" y="36464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641B5560-B70F-0C13-3D23-BD51A4B94BE7}"/>
              </a:ext>
            </a:extLst>
          </p:cNvPr>
          <p:cNvSpPr/>
          <p:nvPr userDrawn="1"/>
        </p:nvSpPr>
        <p:spPr>
          <a:xfrm>
            <a:off x="9064432" y="2301335"/>
            <a:ext cx="1284902" cy="4428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extplatzhalter 9">
            <a:extLst>
              <a:ext uri="{FF2B5EF4-FFF2-40B4-BE49-F238E27FC236}">
                <a16:creationId xmlns:a16="http://schemas.microsoft.com/office/drawing/2014/main" id="{5C054B0D-C136-0BBF-674F-0D03BAB4199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25642" y="2348880"/>
            <a:ext cx="2162482" cy="365125"/>
          </a:xfr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chemeClr val="accent2"/>
                </a:solidFill>
                <a:latin typeface="Lato" panose="020F0502020204030203" pitchFamily="34" charset="77"/>
              </a:defRPr>
            </a:lvl1pPr>
          </a:lstStyle>
          <a:p>
            <a:pPr algn="ctr"/>
            <a:r>
              <a:rPr lang="de-DE" dirty="0">
                <a:solidFill>
                  <a:schemeClr val="accent2"/>
                </a:solidFill>
              </a:rPr>
              <a:t>STEP 3</a:t>
            </a:r>
          </a:p>
        </p:txBody>
      </p:sp>
      <p:sp>
        <p:nvSpPr>
          <p:cNvPr id="22" name="Abgerundetes Rechteck 21">
            <a:extLst>
              <a:ext uri="{FF2B5EF4-FFF2-40B4-BE49-F238E27FC236}">
                <a16:creationId xmlns:a16="http://schemas.microsoft.com/office/drawing/2014/main" id="{25E71B2D-8E42-BF24-333E-EB56BE1E6136}"/>
              </a:ext>
            </a:extLst>
          </p:cNvPr>
          <p:cNvSpPr/>
          <p:nvPr userDrawn="1"/>
        </p:nvSpPr>
        <p:spPr>
          <a:xfrm>
            <a:off x="4471839" y="2492895"/>
            <a:ext cx="2880000" cy="3092109"/>
          </a:xfrm>
          <a:prstGeom prst="roundRect">
            <a:avLst>
              <a:gd name="adj" fmla="val 6341"/>
            </a:avLst>
          </a:prstGeom>
          <a:solidFill>
            <a:schemeClr val="bg1"/>
          </a:solidFill>
          <a:ln w="19050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2187844"/>
                      <a:gd name="connsiteY0" fmla="*/ 364648 h 3092109"/>
                      <a:gd name="connsiteX1" fmla="*/ 364648 w 2187844"/>
                      <a:gd name="connsiteY1" fmla="*/ 0 h 3092109"/>
                      <a:gd name="connsiteX2" fmla="*/ 1823196 w 2187844"/>
                      <a:gd name="connsiteY2" fmla="*/ 0 h 3092109"/>
                      <a:gd name="connsiteX3" fmla="*/ 2187844 w 2187844"/>
                      <a:gd name="connsiteY3" fmla="*/ 364648 h 3092109"/>
                      <a:gd name="connsiteX4" fmla="*/ 2187844 w 2187844"/>
                      <a:gd name="connsiteY4" fmla="*/ 2727461 h 3092109"/>
                      <a:gd name="connsiteX5" fmla="*/ 1823196 w 2187844"/>
                      <a:gd name="connsiteY5" fmla="*/ 3092109 h 3092109"/>
                      <a:gd name="connsiteX6" fmla="*/ 364648 w 2187844"/>
                      <a:gd name="connsiteY6" fmla="*/ 3092109 h 3092109"/>
                      <a:gd name="connsiteX7" fmla="*/ 0 w 2187844"/>
                      <a:gd name="connsiteY7" fmla="*/ 2727461 h 3092109"/>
                      <a:gd name="connsiteX8" fmla="*/ 0 w 2187844"/>
                      <a:gd name="connsiteY8" fmla="*/ 364648 h 309210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187844" h="3092109" fill="none" extrusionOk="0">
                        <a:moveTo>
                          <a:pt x="0" y="364648"/>
                        </a:moveTo>
                        <a:cubicBezTo>
                          <a:pt x="-37102" y="157257"/>
                          <a:pt x="174685" y="9345"/>
                          <a:pt x="364648" y="0"/>
                        </a:cubicBezTo>
                        <a:cubicBezTo>
                          <a:pt x="1066988" y="-120775"/>
                          <a:pt x="1352762" y="-80803"/>
                          <a:pt x="1823196" y="0"/>
                        </a:cubicBezTo>
                        <a:cubicBezTo>
                          <a:pt x="2043987" y="29885"/>
                          <a:pt x="2205013" y="184289"/>
                          <a:pt x="2187844" y="364648"/>
                        </a:cubicBezTo>
                        <a:cubicBezTo>
                          <a:pt x="2037405" y="781022"/>
                          <a:pt x="2273723" y="2263305"/>
                          <a:pt x="2187844" y="2727461"/>
                        </a:cubicBezTo>
                        <a:cubicBezTo>
                          <a:pt x="2181885" y="2929830"/>
                          <a:pt x="1992992" y="3070310"/>
                          <a:pt x="1823196" y="3092109"/>
                        </a:cubicBezTo>
                        <a:cubicBezTo>
                          <a:pt x="1395451" y="3191838"/>
                          <a:pt x="694295" y="3204737"/>
                          <a:pt x="364648" y="3092109"/>
                        </a:cubicBezTo>
                        <a:cubicBezTo>
                          <a:pt x="164438" y="3076146"/>
                          <a:pt x="-15295" y="2937782"/>
                          <a:pt x="0" y="2727461"/>
                        </a:cubicBezTo>
                        <a:cubicBezTo>
                          <a:pt x="64656" y="2114978"/>
                          <a:pt x="-17807" y="1324744"/>
                          <a:pt x="0" y="364648"/>
                        </a:cubicBezTo>
                        <a:close/>
                      </a:path>
                      <a:path w="2187844" h="3092109" stroke="0" extrusionOk="0">
                        <a:moveTo>
                          <a:pt x="0" y="364648"/>
                        </a:moveTo>
                        <a:cubicBezTo>
                          <a:pt x="-29419" y="145112"/>
                          <a:pt x="154279" y="3370"/>
                          <a:pt x="364648" y="0"/>
                        </a:cubicBezTo>
                        <a:cubicBezTo>
                          <a:pt x="570276" y="64088"/>
                          <a:pt x="1314248" y="-106426"/>
                          <a:pt x="1823196" y="0"/>
                        </a:cubicBezTo>
                        <a:cubicBezTo>
                          <a:pt x="2009386" y="14843"/>
                          <a:pt x="2186877" y="168604"/>
                          <a:pt x="2187844" y="364648"/>
                        </a:cubicBezTo>
                        <a:cubicBezTo>
                          <a:pt x="2208031" y="637233"/>
                          <a:pt x="2340324" y="2227564"/>
                          <a:pt x="2187844" y="2727461"/>
                        </a:cubicBezTo>
                        <a:cubicBezTo>
                          <a:pt x="2200415" y="2930342"/>
                          <a:pt x="2031160" y="3078580"/>
                          <a:pt x="1823196" y="3092109"/>
                        </a:cubicBezTo>
                        <a:cubicBezTo>
                          <a:pt x="1405847" y="3127405"/>
                          <a:pt x="581463" y="3222938"/>
                          <a:pt x="364648" y="3092109"/>
                        </a:cubicBezTo>
                        <a:cubicBezTo>
                          <a:pt x="162298" y="3082957"/>
                          <a:pt x="-11308" y="2944566"/>
                          <a:pt x="0" y="2727461"/>
                        </a:cubicBezTo>
                        <a:cubicBezTo>
                          <a:pt x="-38581" y="2377887"/>
                          <a:pt x="63341" y="1352437"/>
                          <a:pt x="0" y="36464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0BD668AD-DF24-6D84-5190-DFF7C24245F8}"/>
              </a:ext>
            </a:extLst>
          </p:cNvPr>
          <p:cNvSpPr/>
          <p:nvPr userDrawn="1"/>
        </p:nvSpPr>
        <p:spPr>
          <a:xfrm>
            <a:off x="5269388" y="2301335"/>
            <a:ext cx="1284902" cy="4428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Textplatzhalter 4">
            <a:extLst>
              <a:ext uri="{FF2B5EF4-FFF2-40B4-BE49-F238E27FC236}">
                <a16:creationId xmlns:a16="http://schemas.microsoft.com/office/drawing/2014/main" id="{AB99E5A6-09EA-AC82-4946-AA7E2CB34F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30598" y="2348880"/>
            <a:ext cx="2162482" cy="365125"/>
          </a:xfrm>
        </p:spPr>
        <p:txBody>
          <a:bodyPr/>
          <a:lstStyle>
            <a:lvl1pPr marL="0" indent="0">
              <a:buNone/>
              <a:defRPr sz="1600" b="1" i="0">
                <a:solidFill>
                  <a:schemeClr val="accent2"/>
                </a:solidFill>
                <a:latin typeface="Lato" panose="020F0502020204030203" pitchFamily="34" charset="77"/>
              </a:defRPr>
            </a:lvl1pPr>
          </a:lstStyle>
          <a:p>
            <a:pPr algn="ctr"/>
            <a:r>
              <a:rPr lang="de-DE" dirty="0">
                <a:solidFill>
                  <a:schemeClr val="accent2"/>
                </a:solidFill>
              </a:rPr>
              <a:t>STEP 2</a:t>
            </a:r>
          </a:p>
        </p:txBody>
      </p:sp>
      <p:sp>
        <p:nvSpPr>
          <p:cNvPr id="26" name="Abgerundetes Rechteck 25">
            <a:extLst>
              <a:ext uri="{FF2B5EF4-FFF2-40B4-BE49-F238E27FC236}">
                <a16:creationId xmlns:a16="http://schemas.microsoft.com/office/drawing/2014/main" id="{8842AB72-AE90-4625-4E04-0BD804E8F8E0}"/>
              </a:ext>
            </a:extLst>
          </p:cNvPr>
          <p:cNvSpPr/>
          <p:nvPr userDrawn="1"/>
        </p:nvSpPr>
        <p:spPr>
          <a:xfrm>
            <a:off x="676795" y="2492895"/>
            <a:ext cx="2880000" cy="3092109"/>
          </a:xfrm>
          <a:prstGeom prst="roundRect">
            <a:avLst>
              <a:gd name="adj" fmla="val 6341"/>
            </a:avLst>
          </a:prstGeom>
          <a:solidFill>
            <a:schemeClr val="bg1"/>
          </a:solidFill>
          <a:ln w="19050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2187844"/>
                      <a:gd name="connsiteY0" fmla="*/ 364648 h 3092109"/>
                      <a:gd name="connsiteX1" fmla="*/ 364648 w 2187844"/>
                      <a:gd name="connsiteY1" fmla="*/ 0 h 3092109"/>
                      <a:gd name="connsiteX2" fmla="*/ 1823196 w 2187844"/>
                      <a:gd name="connsiteY2" fmla="*/ 0 h 3092109"/>
                      <a:gd name="connsiteX3" fmla="*/ 2187844 w 2187844"/>
                      <a:gd name="connsiteY3" fmla="*/ 364648 h 3092109"/>
                      <a:gd name="connsiteX4" fmla="*/ 2187844 w 2187844"/>
                      <a:gd name="connsiteY4" fmla="*/ 2727461 h 3092109"/>
                      <a:gd name="connsiteX5" fmla="*/ 1823196 w 2187844"/>
                      <a:gd name="connsiteY5" fmla="*/ 3092109 h 3092109"/>
                      <a:gd name="connsiteX6" fmla="*/ 364648 w 2187844"/>
                      <a:gd name="connsiteY6" fmla="*/ 3092109 h 3092109"/>
                      <a:gd name="connsiteX7" fmla="*/ 0 w 2187844"/>
                      <a:gd name="connsiteY7" fmla="*/ 2727461 h 3092109"/>
                      <a:gd name="connsiteX8" fmla="*/ 0 w 2187844"/>
                      <a:gd name="connsiteY8" fmla="*/ 364648 h 309210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187844" h="3092109" fill="none" extrusionOk="0">
                        <a:moveTo>
                          <a:pt x="0" y="364648"/>
                        </a:moveTo>
                        <a:cubicBezTo>
                          <a:pt x="-37102" y="157257"/>
                          <a:pt x="174685" y="9345"/>
                          <a:pt x="364648" y="0"/>
                        </a:cubicBezTo>
                        <a:cubicBezTo>
                          <a:pt x="1066988" y="-120775"/>
                          <a:pt x="1352762" y="-80803"/>
                          <a:pt x="1823196" y="0"/>
                        </a:cubicBezTo>
                        <a:cubicBezTo>
                          <a:pt x="2043987" y="29885"/>
                          <a:pt x="2205013" y="184289"/>
                          <a:pt x="2187844" y="364648"/>
                        </a:cubicBezTo>
                        <a:cubicBezTo>
                          <a:pt x="2037405" y="781022"/>
                          <a:pt x="2273723" y="2263305"/>
                          <a:pt x="2187844" y="2727461"/>
                        </a:cubicBezTo>
                        <a:cubicBezTo>
                          <a:pt x="2181885" y="2929830"/>
                          <a:pt x="1992992" y="3070310"/>
                          <a:pt x="1823196" y="3092109"/>
                        </a:cubicBezTo>
                        <a:cubicBezTo>
                          <a:pt x="1395451" y="3191838"/>
                          <a:pt x="694295" y="3204737"/>
                          <a:pt x="364648" y="3092109"/>
                        </a:cubicBezTo>
                        <a:cubicBezTo>
                          <a:pt x="164438" y="3076146"/>
                          <a:pt x="-15295" y="2937782"/>
                          <a:pt x="0" y="2727461"/>
                        </a:cubicBezTo>
                        <a:cubicBezTo>
                          <a:pt x="64656" y="2114978"/>
                          <a:pt x="-17807" y="1324744"/>
                          <a:pt x="0" y="364648"/>
                        </a:cubicBezTo>
                        <a:close/>
                      </a:path>
                      <a:path w="2187844" h="3092109" stroke="0" extrusionOk="0">
                        <a:moveTo>
                          <a:pt x="0" y="364648"/>
                        </a:moveTo>
                        <a:cubicBezTo>
                          <a:pt x="-29419" y="145112"/>
                          <a:pt x="154279" y="3370"/>
                          <a:pt x="364648" y="0"/>
                        </a:cubicBezTo>
                        <a:cubicBezTo>
                          <a:pt x="570276" y="64088"/>
                          <a:pt x="1314248" y="-106426"/>
                          <a:pt x="1823196" y="0"/>
                        </a:cubicBezTo>
                        <a:cubicBezTo>
                          <a:pt x="2009386" y="14843"/>
                          <a:pt x="2186877" y="168604"/>
                          <a:pt x="2187844" y="364648"/>
                        </a:cubicBezTo>
                        <a:cubicBezTo>
                          <a:pt x="2208031" y="637233"/>
                          <a:pt x="2340324" y="2227564"/>
                          <a:pt x="2187844" y="2727461"/>
                        </a:cubicBezTo>
                        <a:cubicBezTo>
                          <a:pt x="2200415" y="2930342"/>
                          <a:pt x="2031160" y="3078580"/>
                          <a:pt x="1823196" y="3092109"/>
                        </a:cubicBezTo>
                        <a:cubicBezTo>
                          <a:pt x="1405847" y="3127405"/>
                          <a:pt x="581463" y="3222938"/>
                          <a:pt x="364648" y="3092109"/>
                        </a:cubicBezTo>
                        <a:cubicBezTo>
                          <a:pt x="162298" y="3082957"/>
                          <a:pt x="-11308" y="2944566"/>
                          <a:pt x="0" y="2727461"/>
                        </a:cubicBezTo>
                        <a:cubicBezTo>
                          <a:pt x="-38581" y="2377887"/>
                          <a:pt x="63341" y="1352437"/>
                          <a:pt x="0" y="36464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196D938E-714F-9942-8165-2DB2D328A86B}"/>
              </a:ext>
            </a:extLst>
          </p:cNvPr>
          <p:cNvSpPr/>
          <p:nvPr userDrawn="1"/>
        </p:nvSpPr>
        <p:spPr>
          <a:xfrm>
            <a:off x="1474344" y="2301335"/>
            <a:ext cx="1284902" cy="4428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D936D2DA-0C0F-473A-5B85-4FBBA2AAC61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35555" y="2344644"/>
            <a:ext cx="2162481" cy="365125"/>
          </a:xfr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chemeClr val="accent2"/>
                </a:solidFill>
                <a:latin typeface="Lato" panose="020F0502020204030203" pitchFamily="34" charset="77"/>
              </a:defRPr>
            </a:lvl1pPr>
          </a:lstStyle>
          <a:p>
            <a:pPr algn="ctr"/>
            <a:r>
              <a:rPr lang="de-DE" dirty="0">
                <a:solidFill>
                  <a:schemeClr val="accent2"/>
                </a:solidFill>
              </a:rPr>
              <a:t>STEP 1</a:t>
            </a:r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32F446B1-532C-D43F-460E-F9B01318E6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0647" y="3753199"/>
            <a:ext cx="571500" cy="571500"/>
          </a:xfrm>
          <a:prstGeom prst="rect">
            <a:avLst/>
          </a:prstGeom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F4CEB36E-35DE-9D51-AC3F-A5022F655F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23611" y="3767398"/>
            <a:ext cx="571500" cy="571500"/>
          </a:xfrm>
          <a:prstGeom prst="rect">
            <a:avLst/>
          </a:prstGeom>
        </p:spPr>
      </p:pic>
      <p:sp>
        <p:nvSpPr>
          <p:cNvPr id="35" name="Textplatzhalter 9">
            <a:extLst>
              <a:ext uri="{FF2B5EF4-FFF2-40B4-BE49-F238E27FC236}">
                <a16:creationId xmlns:a16="http://schemas.microsoft.com/office/drawing/2014/main" id="{C422FBFC-96BE-F4C3-EC9F-5C80FBA69AA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0530" y="991829"/>
            <a:ext cx="5761037" cy="277183"/>
          </a:xfrm>
        </p:spPr>
        <p:txBody>
          <a:bodyPr>
            <a:normAutofit/>
          </a:bodyPr>
          <a:lstStyle>
            <a:lvl1pPr marL="0" indent="0">
              <a:buNone/>
              <a:defRPr sz="1800" b="0" i="0" baseline="0">
                <a:solidFill>
                  <a:schemeClr val="accent1"/>
                </a:solidFill>
                <a:latin typeface="Lato Light" panose="020F0302020204030203" pitchFamily="34" charset="77"/>
              </a:defRPr>
            </a:lvl1pPr>
          </a:lstStyle>
          <a:p>
            <a:pPr lvl="0"/>
            <a:r>
              <a:rPr lang="de-DE" dirty="0"/>
              <a:t>Hier steht eine </a:t>
            </a:r>
            <a:r>
              <a:rPr lang="de-DE" dirty="0" err="1"/>
              <a:t>Subline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750830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46">
          <p15:clr>
            <a:srgbClr val="FBAE40"/>
          </p15:clr>
        </p15:guide>
        <p15:guide id="4" orient="horz" pos="3748">
          <p15:clr>
            <a:srgbClr val="FBAE40"/>
          </p15:clr>
        </p15:guide>
        <p15:guide id="5" pos="211">
          <p15:clr>
            <a:srgbClr val="FBAE40"/>
          </p15:clr>
        </p15:guide>
        <p15:guide id="6" pos="7469">
          <p15:clr>
            <a:srgbClr val="FBAE40"/>
          </p15:clr>
        </p15:guide>
        <p15:guide id="7" pos="2026">
          <p15:clr>
            <a:srgbClr val="FBAE40"/>
          </p15:clr>
        </p15:guide>
        <p15:guide id="10" pos="5654">
          <p15:clr>
            <a:srgbClr val="FBAE40"/>
          </p15:clr>
        </p15:guide>
        <p15:guide id="11" pos="89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kflow 4 Steps – Pfe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E74FB67C-D1C8-FB4E-3759-E8DC64AC05F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530" y="549709"/>
            <a:ext cx="5761037" cy="503238"/>
          </a:xfrm>
        </p:spPr>
        <p:txBody>
          <a:bodyPr>
            <a:noAutofit/>
          </a:bodyPr>
          <a:lstStyle>
            <a:lvl1pPr marL="0" indent="0">
              <a:buNone/>
              <a:defRPr sz="3200" b="1" i="0" baseline="0">
                <a:solidFill>
                  <a:schemeClr val="accent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HEADLINE IN VERSALIEN</a:t>
            </a:r>
          </a:p>
        </p:txBody>
      </p:sp>
      <p:sp>
        <p:nvSpPr>
          <p:cNvPr id="18" name="Datumsplatzhalter 1">
            <a:extLst>
              <a:ext uri="{FF2B5EF4-FFF2-40B4-BE49-F238E27FC236}">
                <a16:creationId xmlns:a16="http://schemas.microsoft.com/office/drawing/2014/main" id="{861AC235-12CF-D971-9900-843C6CC1EF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0000" y="6300000"/>
            <a:ext cx="1056050" cy="365125"/>
          </a:xfrm>
        </p:spPr>
        <p:txBody>
          <a:bodyPr/>
          <a:lstStyle>
            <a:lvl1pPr>
              <a:defRPr sz="1000" baseline="0">
                <a:latin typeface="Lato Light" panose="020F0302020204030203" pitchFamily="34" charset="77"/>
              </a:defRPr>
            </a:lvl1pPr>
          </a:lstStyle>
          <a:p>
            <a:r>
              <a:rPr lang="de-DE"/>
              <a:t>19.03.2025 </a:t>
            </a:r>
            <a:endParaRPr lang="de-DE" dirty="0"/>
          </a:p>
        </p:txBody>
      </p:sp>
      <p:sp>
        <p:nvSpPr>
          <p:cNvPr id="20" name="Foliennummernplatzhalter 3">
            <a:extLst>
              <a:ext uri="{FF2B5EF4-FFF2-40B4-BE49-F238E27FC236}">
                <a16:creationId xmlns:a16="http://schemas.microsoft.com/office/drawing/2014/main" id="{CA3557CD-0EDC-CFA4-3BB0-B6BEC2CF4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7" y="6300000"/>
            <a:ext cx="2743200" cy="365125"/>
          </a:xfrm>
        </p:spPr>
        <p:txBody>
          <a:bodyPr/>
          <a:lstStyle>
            <a:lvl1pPr>
              <a:defRPr sz="1000" baseline="0">
                <a:latin typeface="Lato Light" panose="020F0302020204030203" pitchFamily="34" charset="77"/>
              </a:defRPr>
            </a:lvl1pPr>
          </a:lstStyle>
          <a:p>
            <a:fld id="{6BD12C19-85BE-2A43-B080-F7060291DC2F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1" name="Fußzeilenplatzhalter 2">
            <a:extLst>
              <a:ext uri="{FF2B5EF4-FFF2-40B4-BE49-F238E27FC236}">
                <a16:creationId xmlns:a16="http://schemas.microsoft.com/office/drawing/2014/main" id="{A766AFC2-1905-6B7F-B485-472F4F7DA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3402" y="6300000"/>
            <a:ext cx="4114800" cy="365125"/>
          </a:xfrm>
        </p:spPr>
        <p:txBody>
          <a:bodyPr/>
          <a:lstStyle>
            <a:lvl1pPr algn="l">
              <a:defRPr sz="1000" baseline="0">
                <a:latin typeface="Lato Light" panose="020F0302020204030203" pitchFamily="34" charset="77"/>
              </a:defRPr>
            </a:lvl1pPr>
          </a:lstStyle>
          <a:p>
            <a:endParaRPr lang="de-DE" dirty="0"/>
          </a:p>
        </p:txBody>
      </p:sp>
      <p:pic>
        <p:nvPicPr>
          <p:cNvPr id="9" name="Grafik 8" descr="Ein Bild, das Schrift, Grafiken, Logo, Grafikdesign enthält.&#10;&#10;Automatisch generierte Beschreibung">
            <a:extLst>
              <a:ext uri="{FF2B5EF4-FFF2-40B4-BE49-F238E27FC236}">
                <a16:creationId xmlns:a16="http://schemas.microsoft.com/office/drawing/2014/main" id="{6BB31EC9-807C-3F68-86EE-F9E447E9DA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33267" y="549709"/>
            <a:ext cx="1123771" cy="503461"/>
          </a:xfrm>
          <a:prstGeom prst="rect">
            <a:avLst/>
          </a:prstGeom>
        </p:spPr>
      </p:pic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5BAFA409-C749-28C7-5F06-1A4334431C00}"/>
              </a:ext>
            </a:extLst>
          </p:cNvPr>
          <p:cNvSpPr/>
          <p:nvPr userDrawn="1"/>
        </p:nvSpPr>
        <p:spPr>
          <a:xfrm>
            <a:off x="9368974" y="2492895"/>
            <a:ext cx="2187844" cy="3092109"/>
          </a:xfrm>
          <a:prstGeom prst="roundRect">
            <a:avLst>
              <a:gd name="adj" fmla="val 6341"/>
            </a:avLst>
          </a:prstGeom>
          <a:solidFill>
            <a:schemeClr val="bg1"/>
          </a:solidFill>
          <a:ln w="19050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2187844"/>
                      <a:gd name="connsiteY0" fmla="*/ 364648 h 3092109"/>
                      <a:gd name="connsiteX1" fmla="*/ 364648 w 2187844"/>
                      <a:gd name="connsiteY1" fmla="*/ 0 h 3092109"/>
                      <a:gd name="connsiteX2" fmla="*/ 1823196 w 2187844"/>
                      <a:gd name="connsiteY2" fmla="*/ 0 h 3092109"/>
                      <a:gd name="connsiteX3" fmla="*/ 2187844 w 2187844"/>
                      <a:gd name="connsiteY3" fmla="*/ 364648 h 3092109"/>
                      <a:gd name="connsiteX4" fmla="*/ 2187844 w 2187844"/>
                      <a:gd name="connsiteY4" fmla="*/ 2727461 h 3092109"/>
                      <a:gd name="connsiteX5" fmla="*/ 1823196 w 2187844"/>
                      <a:gd name="connsiteY5" fmla="*/ 3092109 h 3092109"/>
                      <a:gd name="connsiteX6" fmla="*/ 364648 w 2187844"/>
                      <a:gd name="connsiteY6" fmla="*/ 3092109 h 3092109"/>
                      <a:gd name="connsiteX7" fmla="*/ 0 w 2187844"/>
                      <a:gd name="connsiteY7" fmla="*/ 2727461 h 3092109"/>
                      <a:gd name="connsiteX8" fmla="*/ 0 w 2187844"/>
                      <a:gd name="connsiteY8" fmla="*/ 364648 h 309210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187844" h="3092109" fill="none" extrusionOk="0">
                        <a:moveTo>
                          <a:pt x="0" y="364648"/>
                        </a:moveTo>
                        <a:cubicBezTo>
                          <a:pt x="-37102" y="157257"/>
                          <a:pt x="174685" y="9345"/>
                          <a:pt x="364648" y="0"/>
                        </a:cubicBezTo>
                        <a:cubicBezTo>
                          <a:pt x="1066988" y="-120775"/>
                          <a:pt x="1352762" y="-80803"/>
                          <a:pt x="1823196" y="0"/>
                        </a:cubicBezTo>
                        <a:cubicBezTo>
                          <a:pt x="2043987" y="29885"/>
                          <a:pt x="2205013" y="184289"/>
                          <a:pt x="2187844" y="364648"/>
                        </a:cubicBezTo>
                        <a:cubicBezTo>
                          <a:pt x="2037405" y="781022"/>
                          <a:pt x="2273723" y="2263305"/>
                          <a:pt x="2187844" y="2727461"/>
                        </a:cubicBezTo>
                        <a:cubicBezTo>
                          <a:pt x="2181885" y="2929830"/>
                          <a:pt x="1992992" y="3070310"/>
                          <a:pt x="1823196" y="3092109"/>
                        </a:cubicBezTo>
                        <a:cubicBezTo>
                          <a:pt x="1395451" y="3191838"/>
                          <a:pt x="694295" y="3204737"/>
                          <a:pt x="364648" y="3092109"/>
                        </a:cubicBezTo>
                        <a:cubicBezTo>
                          <a:pt x="164438" y="3076146"/>
                          <a:pt x="-15295" y="2937782"/>
                          <a:pt x="0" y="2727461"/>
                        </a:cubicBezTo>
                        <a:cubicBezTo>
                          <a:pt x="64656" y="2114978"/>
                          <a:pt x="-17807" y="1324744"/>
                          <a:pt x="0" y="364648"/>
                        </a:cubicBezTo>
                        <a:close/>
                      </a:path>
                      <a:path w="2187844" h="3092109" stroke="0" extrusionOk="0">
                        <a:moveTo>
                          <a:pt x="0" y="364648"/>
                        </a:moveTo>
                        <a:cubicBezTo>
                          <a:pt x="-29419" y="145112"/>
                          <a:pt x="154279" y="3370"/>
                          <a:pt x="364648" y="0"/>
                        </a:cubicBezTo>
                        <a:cubicBezTo>
                          <a:pt x="570276" y="64088"/>
                          <a:pt x="1314248" y="-106426"/>
                          <a:pt x="1823196" y="0"/>
                        </a:cubicBezTo>
                        <a:cubicBezTo>
                          <a:pt x="2009386" y="14843"/>
                          <a:pt x="2186877" y="168604"/>
                          <a:pt x="2187844" y="364648"/>
                        </a:cubicBezTo>
                        <a:cubicBezTo>
                          <a:pt x="2208031" y="637233"/>
                          <a:pt x="2340324" y="2227564"/>
                          <a:pt x="2187844" y="2727461"/>
                        </a:cubicBezTo>
                        <a:cubicBezTo>
                          <a:pt x="2200415" y="2930342"/>
                          <a:pt x="2031160" y="3078580"/>
                          <a:pt x="1823196" y="3092109"/>
                        </a:cubicBezTo>
                        <a:cubicBezTo>
                          <a:pt x="1405847" y="3127405"/>
                          <a:pt x="581463" y="3222938"/>
                          <a:pt x="364648" y="3092109"/>
                        </a:cubicBezTo>
                        <a:cubicBezTo>
                          <a:pt x="162298" y="3082957"/>
                          <a:pt x="-11308" y="2944566"/>
                          <a:pt x="0" y="2727461"/>
                        </a:cubicBezTo>
                        <a:cubicBezTo>
                          <a:pt x="-38581" y="2377887"/>
                          <a:pt x="63341" y="1352437"/>
                          <a:pt x="0" y="36464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1" name="Abgerundetes Rechteck 10">
            <a:extLst>
              <a:ext uri="{FF2B5EF4-FFF2-40B4-BE49-F238E27FC236}">
                <a16:creationId xmlns:a16="http://schemas.microsoft.com/office/drawing/2014/main" id="{17D2CF6A-0AEF-5DAF-B68F-80EF431170A6}"/>
              </a:ext>
            </a:extLst>
          </p:cNvPr>
          <p:cNvSpPr/>
          <p:nvPr userDrawn="1"/>
        </p:nvSpPr>
        <p:spPr>
          <a:xfrm>
            <a:off x="6464409" y="2492895"/>
            <a:ext cx="2187844" cy="3092109"/>
          </a:xfrm>
          <a:prstGeom prst="roundRect">
            <a:avLst>
              <a:gd name="adj" fmla="val 6341"/>
            </a:avLst>
          </a:prstGeom>
          <a:solidFill>
            <a:schemeClr val="bg1"/>
          </a:solidFill>
          <a:ln w="19050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2187844"/>
                      <a:gd name="connsiteY0" fmla="*/ 364648 h 3092109"/>
                      <a:gd name="connsiteX1" fmla="*/ 364648 w 2187844"/>
                      <a:gd name="connsiteY1" fmla="*/ 0 h 3092109"/>
                      <a:gd name="connsiteX2" fmla="*/ 1823196 w 2187844"/>
                      <a:gd name="connsiteY2" fmla="*/ 0 h 3092109"/>
                      <a:gd name="connsiteX3" fmla="*/ 2187844 w 2187844"/>
                      <a:gd name="connsiteY3" fmla="*/ 364648 h 3092109"/>
                      <a:gd name="connsiteX4" fmla="*/ 2187844 w 2187844"/>
                      <a:gd name="connsiteY4" fmla="*/ 2727461 h 3092109"/>
                      <a:gd name="connsiteX5" fmla="*/ 1823196 w 2187844"/>
                      <a:gd name="connsiteY5" fmla="*/ 3092109 h 3092109"/>
                      <a:gd name="connsiteX6" fmla="*/ 364648 w 2187844"/>
                      <a:gd name="connsiteY6" fmla="*/ 3092109 h 3092109"/>
                      <a:gd name="connsiteX7" fmla="*/ 0 w 2187844"/>
                      <a:gd name="connsiteY7" fmla="*/ 2727461 h 3092109"/>
                      <a:gd name="connsiteX8" fmla="*/ 0 w 2187844"/>
                      <a:gd name="connsiteY8" fmla="*/ 364648 h 309210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187844" h="3092109" fill="none" extrusionOk="0">
                        <a:moveTo>
                          <a:pt x="0" y="364648"/>
                        </a:moveTo>
                        <a:cubicBezTo>
                          <a:pt x="-37102" y="157257"/>
                          <a:pt x="174685" y="9345"/>
                          <a:pt x="364648" y="0"/>
                        </a:cubicBezTo>
                        <a:cubicBezTo>
                          <a:pt x="1066988" y="-120775"/>
                          <a:pt x="1352762" y="-80803"/>
                          <a:pt x="1823196" y="0"/>
                        </a:cubicBezTo>
                        <a:cubicBezTo>
                          <a:pt x="2043987" y="29885"/>
                          <a:pt x="2205013" y="184289"/>
                          <a:pt x="2187844" y="364648"/>
                        </a:cubicBezTo>
                        <a:cubicBezTo>
                          <a:pt x="2037405" y="781022"/>
                          <a:pt x="2273723" y="2263305"/>
                          <a:pt x="2187844" y="2727461"/>
                        </a:cubicBezTo>
                        <a:cubicBezTo>
                          <a:pt x="2181885" y="2929830"/>
                          <a:pt x="1992992" y="3070310"/>
                          <a:pt x="1823196" y="3092109"/>
                        </a:cubicBezTo>
                        <a:cubicBezTo>
                          <a:pt x="1395451" y="3191838"/>
                          <a:pt x="694295" y="3204737"/>
                          <a:pt x="364648" y="3092109"/>
                        </a:cubicBezTo>
                        <a:cubicBezTo>
                          <a:pt x="164438" y="3076146"/>
                          <a:pt x="-15295" y="2937782"/>
                          <a:pt x="0" y="2727461"/>
                        </a:cubicBezTo>
                        <a:cubicBezTo>
                          <a:pt x="64656" y="2114978"/>
                          <a:pt x="-17807" y="1324744"/>
                          <a:pt x="0" y="364648"/>
                        </a:cubicBezTo>
                        <a:close/>
                      </a:path>
                      <a:path w="2187844" h="3092109" stroke="0" extrusionOk="0">
                        <a:moveTo>
                          <a:pt x="0" y="364648"/>
                        </a:moveTo>
                        <a:cubicBezTo>
                          <a:pt x="-29419" y="145112"/>
                          <a:pt x="154279" y="3370"/>
                          <a:pt x="364648" y="0"/>
                        </a:cubicBezTo>
                        <a:cubicBezTo>
                          <a:pt x="570276" y="64088"/>
                          <a:pt x="1314248" y="-106426"/>
                          <a:pt x="1823196" y="0"/>
                        </a:cubicBezTo>
                        <a:cubicBezTo>
                          <a:pt x="2009386" y="14843"/>
                          <a:pt x="2186877" y="168604"/>
                          <a:pt x="2187844" y="364648"/>
                        </a:cubicBezTo>
                        <a:cubicBezTo>
                          <a:pt x="2208031" y="637233"/>
                          <a:pt x="2340324" y="2227564"/>
                          <a:pt x="2187844" y="2727461"/>
                        </a:cubicBezTo>
                        <a:cubicBezTo>
                          <a:pt x="2200415" y="2930342"/>
                          <a:pt x="2031160" y="3078580"/>
                          <a:pt x="1823196" y="3092109"/>
                        </a:cubicBezTo>
                        <a:cubicBezTo>
                          <a:pt x="1405847" y="3127405"/>
                          <a:pt x="581463" y="3222938"/>
                          <a:pt x="364648" y="3092109"/>
                        </a:cubicBezTo>
                        <a:cubicBezTo>
                          <a:pt x="162298" y="3082957"/>
                          <a:pt x="-11308" y="2944566"/>
                          <a:pt x="0" y="2727461"/>
                        </a:cubicBezTo>
                        <a:cubicBezTo>
                          <a:pt x="-38581" y="2377887"/>
                          <a:pt x="63341" y="1352437"/>
                          <a:pt x="0" y="36464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641B5560-B70F-0C13-3D23-BD51A4B94BE7}"/>
              </a:ext>
            </a:extLst>
          </p:cNvPr>
          <p:cNvSpPr/>
          <p:nvPr userDrawn="1"/>
        </p:nvSpPr>
        <p:spPr>
          <a:xfrm>
            <a:off x="6928561" y="2301335"/>
            <a:ext cx="1284902" cy="4428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extplatzhalter 9">
            <a:extLst>
              <a:ext uri="{FF2B5EF4-FFF2-40B4-BE49-F238E27FC236}">
                <a16:creationId xmlns:a16="http://schemas.microsoft.com/office/drawing/2014/main" id="{5C054B0D-C136-0BBF-674F-0D03BAB4199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67282" y="2348880"/>
            <a:ext cx="2162482" cy="365125"/>
          </a:xfr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chemeClr val="accent2"/>
                </a:solidFill>
                <a:latin typeface="Lato" panose="020F0502020204030203" pitchFamily="34" charset="77"/>
              </a:defRPr>
            </a:lvl1pPr>
          </a:lstStyle>
          <a:p>
            <a:pPr algn="ctr"/>
            <a:r>
              <a:rPr lang="de-DE" dirty="0">
                <a:solidFill>
                  <a:schemeClr val="accent2"/>
                </a:solidFill>
              </a:rPr>
              <a:t>STEP 3</a:t>
            </a:r>
          </a:p>
        </p:txBody>
      </p:sp>
      <p:sp>
        <p:nvSpPr>
          <p:cNvPr id="22" name="Abgerundetes Rechteck 21">
            <a:extLst>
              <a:ext uri="{FF2B5EF4-FFF2-40B4-BE49-F238E27FC236}">
                <a16:creationId xmlns:a16="http://schemas.microsoft.com/office/drawing/2014/main" id="{25E71B2D-8E42-BF24-333E-EB56BE1E6136}"/>
              </a:ext>
            </a:extLst>
          </p:cNvPr>
          <p:cNvSpPr/>
          <p:nvPr userDrawn="1"/>
        </p:nvSpPr>
        <p:spPr>
          <a:xfrm>
            <a:off x="3559845" y="2492895"/>
            <a:ext cx="2187844" cy="3092109"/>
          </a:xfrm>
          <a:prstGeom prst="roundRect">
            <a:avLst>
              <a:gd name="adj" fmla="val 6341"/>
            </a:avLst>
          </a:prstGeom>
          <a:solidFill>
            <a:schemeClr val="bg1"/>
          </a:solidFill>
          <a:ln w="19050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2187844"/>
                      <a:gd name="connsiteY0" fmla="*/ 364648 h 3092109"/>
                      <a:gd name="connsiteX1" fmla="*/ 364648 w 2187844"/>
                      <a:gd name="connsiteY1" fmla="*/ 0 h 3092109"/>
                      <a:gd name="connsiteX2" fmla="*/ 1823196 w 2187844"/>
                      <a:gd name="connsiteY2" fmla="*/ 0 h 3092109"/>
                      <a:gd name="connsiteX3" fmla="*/ 2187844 w 2187844"/>
                      <a:gd name="connsiteY3" fmla="*/ 364648 h 3092109"/>
                      <a:gd name="connsiteX4" fmla="*/ 2187844 w 2187844"/>
                      <a:gd name="connsiteY4" fmla="*/ 2727461 h 3092109"/>
                      <a:gd name="connsiteX5" fmla="*/ 1823196 w 2187844"/>
                      <a:gd name="connsiteY5" fmla="*/ 3092109 h 3092109"/>
                      <a:gd name="connsiteX6" fmla="*/ 364648 w 2187844"/>
                      <a:gd name="connsiteY6" fmla="*/ 3092109 h 3092109"/>
                      <a:gd name="connsiteX7" fmla="*/ 0 w 2187844"/>
                      <a:gd name="connsiteY7" fmla="*/ 2727461 h 3092109"/>
                      <a:gd name="connsiteX8" fmla="*/ 0 w 2187844"/>
                      <a:gd name="connsiteY8" fmla="*/ 364648 h 309210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187844" h="3092109" fill="none" extrusionOk="0">
                        <a:moveTo>
                          <a:pt x="0" y="364648"/>
                        </a:moveTo>
                        <a:cubicBezTo>
                          <a:pt x="-37102" y="157257"/>
                          <a:pt x="174685" y="9345"/>
                          <a:pt x="364648" y="0"/>
                        </a:cubicBezTo>
                        <a:cubicBezTo>
                          <a:pt x="1066988" y="-120775"/>
                          <a:pt x="1352762" y="-80803"/>
                          <a:pt x="1823196" y="0"/>
                        </a:cubicBezTo>
                        <a:cubicBezTo>
                          <a:pt x="2043987" y="29885"/>
                          <a:pt x="2205013" y="184289"/>
                          <a:pt x="2187844" y="364648"/>
                        </a:cubicBezTo>
                        <a:cubicBezTo>
                          <a:pt x="2037405" y="781022"/>
                          <a:pt x="2273723" y="2263305"/>
                          <a:pt x="2187844" y="2727461"/>
                        </a:cubicBezTo>
                        <a:cubicBezTo>
                          <a:pt x="2181885" y="2929830"/>
                          <a:pt x="1992992" y="3070310"/>
                          <a:pt x="1823196" y="3092109"/>
                        </a:cubicBezTo>
                        <a:cubicBezTo>
                          <a:pt x="1395451" y="3191838"/>
                          <a:pt x="694295" y="3204737"/>
                          <a:pt x="364648" y="3092109"/>
                        </a:cubicBezTo>
                        <a:cubicBezTo>
                          <a:pt x="164438" y="3076146"/>
                          <a:pt x="-15295" y="2937782"/>
                          <a:pt x="0" y="2727461"/>
                        </a:cubicBezTo>
                        <a:cubicBezTo>
                          <a:pt x="64656" y="2114978"/>
                          <a:pt x="-17807" y="1324744"/>
                          <a:pt x="0" y="364648"/>
                        </a:cubicBezTo>
                        <a:close/>
                      </a:path>
                      <a:path w="2187844" h="3092109" stroke="0" extrusionOk="0">
                        <a:moveTo>
                          <a:pt x="0" y="364648"/>
                        </a:moveTo>
                        <a:cubicBezTo>
                          <a:pt x="-29419" y="145112"/>
                          <a:pt x="154279" y="3370"/>
                          <a:pt x="364648" y="0"/>
                        </a:cubicBezTo>
                        <a:cubicBezTo>
                          <a:pt x="570276" y="64088"/>
                          <a:pt x="1314248" y="-106426"/>
                          <a:pt x="1823196" y="0"/>
                        </a:cubicBezTo>
                        <a:cubicBezTo>
                          <a:pt x="2009386" y="14843"/>
                          <a:pt x="2186877" y="168604"/>
                          <a:pt x="2187844" y="364648"/>
                        </a:cubicBezTo>
                        <a:cubicBezTo>
                          <a:pt x="2208031" y="637233"/>
                          <a:pt x="2340324" y="2227564"/>
                          <a:pt x="2187844" y="2727461"/>
                        </a:cubicBezTo>
                        <a:cubicBezTo>
                          <a:pt x="2200415" y="2930342"/>
                          <a:pt x="2031160" y="3078580"/>
                          <a:pt x="1823196" y="3092109"/>
                        </a:cubicBezTo>
                        <a:cubicBezTo>
                          <a:pt x="1405847" y="3127405"/>
                          <a:pt x="581463" y="3222938"/>
                          <a:pt x="364648" y="3092109"/>
                        </a:cubicBezTo>
                        <a:cubicBezTo>
                          <a:pt x="162298" y="3082957"/>
                          <a:pt x="-11308" y="2944566"/>
                          <a:pt x="0" y="2727461"/>
                        </a:cubicBezTo>
                        <a:cubicBezTo>
                          <a:pt x="-38581" y="2377887"/>
                          <a:pt x="63341" y="1352437"/>
                          <a:pt x="0" y="36464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0BD668AD-DF24-6D84-5190-DFF7C24245F8}"/>
              </a:ext>
            </a:extLst>
          </p:cNvPr>
          <p:cNvSpPr/>
          <p:nvPr userDrawn="1"/>
        </p:nvSpPr>
        <p:spPr>
          <a:xfrm>
            <a:off x="4023997" y="2301335"/>
            <a:ext cx="1284902" cy="4428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Textplatzhalter 4">
            <a:extLst>
              <a:ext uri="{FF2B5EF4-FFF2-40B4-BE49-F238E27FC236}">
                <a16:creationId xmlns:a16="http://schemas.microsoft.com/office/drawing/2014/main" id="{AB99E5A6-09EA-AC82-4946-AA7E2CB34F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84721" y="2348880"/>
            <a:ext cx="2162482" cy="365125"/>
          </a:xfrm>
        </p:spPr>
        <p:txBody>
          <a:bodyPr/>
          <a:lstStyle>
            <a:lvl1pPr marL="0" indent="0">
              <a:buNone/>
              <a:defRPr sz="1600" b="1" i="0">
                <a:solidFill>
                  <a:schemeClr val="accent2"/>
                </a:solidFill>
                <a:latin typeface="Lato" panose="020F0502020204030203" pitchFamily="34" charset="77"/>
              </a:defRPr>
            </a:lvl1pPr>
          </a:lstStyle>
          <a:p>
            <a:pPr algn="ctr"/>
            <a:r>
              <a:rPr lang="de-DE" dirty="0">
                <a:solidFill>
                  <a:schemeClr val="accent2"/>
                </a:solidFill>
              </a:rPr>
              <a:t>STEP 2</a:t>
            </a:r>
          </a:p>
        </p:txBody>
      </p:sp>
      <p:sp>
        <p:nvSpPr>
          <p:cNvPr id="26" name="Abgerundetes Rechteck 25">
            <a:extLst>
              <a:ext uri="{FF2B5EF4-FFF2-40B4-BE49-F238E27FC236}">
                <a16:creationId xmlns:a16="http://schemas.microsoft.com/office/drawing/2014/main" id="{8842AB72-AE90-4625-4E04-0BD804E8F8E0}"/>
              </a:ext>
            </a:extLst>
          </p:cNvPr>
          <p:cNvSpPr/>
          <p:nvPr userDrawn="1"/>
        </p:nvSpPr>
        <p:spPr>
          <a:xfrm>
            <a:off x="676796" y="2492895"/>
            <a:ext cx="2187844" cy="3092109"/>
          </a:xfrm>
          <a:prstGeom prst="roundRect">
            <a:avLst>
              <a:gd name="adj" fmla="val 6341"/>
            </a:avLst>
          </a:prstGeom>
          <a:solidFill>
            <a:schemeClr val="bg1"/>
          </a:solidFill>
          <a:ln w="19050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2187844"/>
                      <a:gd name="connsiteY0" fmla="*/ 364648 h 3092109"/>
                      <a:gd name="connsiteX1" fmla="*/ 364648 w 2187844"/>
                      <a:gd name="connsiteY1" fmla="*/ 0 h 3092109"/>
                      <a:gd name="connsiteX2" fmla="*/ 1823196 w 2187844"/>
                      <a:gd name="connsiteY2" fmla="*/ 0 h 3092109"/>
                      <a:gd name="connsiteX3" fmla="*/ 2187844 w 2187844"/>
                      <a:gd name="connsiteY3" fmla="*/ 364648 h 3092109"/>
                      <a:gd name="connsiteX4" fmla="*/ 2187844 w 2187844"/>
                      <a:gd name="connsiteY4" fmla="*/ 2727461 h 3092109"/>
                      <a:gd name="connsiteX5" fmla="*/ 1823196 w 2187844"/>
                      <a:gd name="connsiteY5" fmla="*/ 3092109 h 3092109"/>
                      <a:gd name="connsiteX6" fmla="*/ 364648 w 2187844"/>
                      <a:gd name="connsiteY6" fmla="*/ 3092109 h 3092109"/>
                      <a:gd name="connsiteX7" fmla="*/ 0 w 2187844"/>
                      <a:gd name="connsiteY7" fmla="*/ 2727461 h 3092109"/>
                      <a:gd name="connsiteX8" fmla="*/ 0 w 2187844"/>
                      <a:gd name="connsiteY8" fmla="*/ 364648 h 309210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187844" h="3092109" fill="none" extrusionOk="0">
                        <a:moveTo>
                          <a:pt x="0" y="364648"/>
                        </a:moveTo>
                        <a:cubicBezTo>
                          <a:pt x="-37102" y="157257"/>
                          <a:pt x="174685" y="9345"/>
                          <a:pt x="364648" y="0"/>
                        </a:cubicBezTo>
                        <a:cubicBezTo>
                          <a:pt x="1066988" y="-120775"/>
                          <a:pt x="1352762" y="-80803"/>
                          <a:pt x="1823196" y="0"/>
                        </a:cubicBezTo>
                        <a:cubicBezTo>
                          <a:pt x="2043987" y="29885"/>
                          <a:pt x="2205013" y="184289"/>
                          <a:pt x="2187844" y="364648"/>
                        </a:cubicBezTo>
                        <a:cubicBezTo>
                          <a:pt x="2037405" y="781022"/>
                          <a:pt x="2273723" y="2263305"/>
                          <a:pt x="2187844" y="2727461"/>
                        </a:cubicBezTo>
                        <a:cubicBezTo>
                          <a:pt x="2181885" y="2929830"/>
                          <a:pt x="1992992" y="3070310"/>
                          <a:pt x="1823196" y="3092109"/>
                        </a:cubicBezTo>
                        <a:cubicBezTo>
                          <a:pt x="1395451" y="3191838"/>
                          <a:pt x="694295" y="3204737"/>
                          <a:pt x="364648" y="3092109"/>
                        </a:cubicBezTo>
                        <a:cubicBezTo>
                          <a:pt x="164438" y="3076146"/>
                          <a:pt x="-15295" y="2937782"/>
                          <a:pt x="0" y="2727461"/>
                        </a:cubicBezTo>
                        <a:cubicBezTo>
                          <a:pt x="64656" y="2114978"/>
                          <a:pt x="-17807" y="1324744"/>
                          <a:pt x="0" y="364648"/>
                        </a:cubicBezTo>
                        <a:close/>
                      </a:path>
                      <a:path w="2187844" h="3092109" stroke="0" extrusionOk="0">
                        <a:moveTo>
                          <a:pt x="0" y="364648"/>
                        </a:moveTo>
                        <a:cubicBezTo>
                          <a:pt x="-29419" y="145112"/>
                          <a:pt x="154279" y="3370"/>
                          <a:pt x="364648" y="0"/>
                        </a:cubicBezTo>
                        <a:cubicBezTo>
                          <a:pt x="570276" y="64088"/>
                          <a:pt x="1314248" y="-106426"/>
                          <a:pt x="1823196" y="0"/>
                        </a:cubicBezTo>
                        <a:cubicBezTo>
                          <a:pt x="2009386" y="14843"/>
                          <a:pt x="2186877" y="168604"/>
                          <a:pt x="2187844" y="364648"/>
                        </a:cubicBezTo>
                        <a:cubicBezTo>
                          <a:pt x="2208031" y="637233"/>
                          <a:pt x="2340324" y="2227564"/>
                          <a:pt x="2187844" y="2727461"/>
                        </a:cubicBezTo>
                        <a:cubicBezTo>
                          <a:pt x="2200415" y="2930342"/>
                          <a:pt x="2031160" y="3078580"/>
                          <a:pt x="1823196" y="3092109"/>
                        </a:cubicBezTo>
                        <a:cubicBezTo>
                          <a:pt x="1405847" y="3127405"/>
                          <a:pt x="581463" y="3222938"/>
                          <a:pt x="364648" y="3092109"/>
                        </a:cubicBezTo>
                        <a:cubicBezTo>
                          <a:pt x="162298" y="3082957"/>
                          <a:pt x="-11308" y="2944566"/>
                          <a:pt x="0" y="2727461"/>
                        </a:cubicBezTo>
                        <a:cubicBezTo>
                          <a:pt x="-38581" y="2377887"/>
                          <a:pt x="63341" y="1352437"/>
                          <a:pt x="0" y="36464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196D938E-714F-9942-8165-2DB2D328A86B}"/>
              </a:ext>
            </a:extLst>
          </p:cNvPr>
          <p:cNvSpPr/>
          <p:nvPr userDrawn="1"/>
        </p:nvSpPr>
        <p:spPr>
          <a:xfrm>
            <a:off x="1140948" y="2301335"/>
            <a:ext cx="1284902" cy="4428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D936D2DA-0C0F-473A-5B85-4FBBA2AAC61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2273" y="2344644"/>
            <a:ext cx="2162481" cy="365125"/>
          </a:xfr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chemeClr val="accent2"/>
                </a:solidFill>
                <a:latin typeface="Lato" panose="020F0502020204030203" pitchFamily="34" charset="77"/>
              </a:defRPr>
            </a:lvl1pPr>
          </a:lstStyle>
          <a:p>
            <a:pPr algn="ctr"/>
            <a:r>
              <a:rPr lang="de-DE" dirty="0">
                <a:solidFill>
                  <a:schemeClr val="accent2"/>
                </a:solidFill>
              </a:rPr>
              <a:t>STEP 1</a:t>
            </a:r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32F446B1-532C-D43F-460E-F9B01318E6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50176" y="3753199"/>
            <a:ext cx="571500" cy="571500"/>
          </a:xfrm>
          <a:prstGeom prst="rect">
            <a:avLst/>
          </a:prstGeom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F4CEB36E-35DE-9D51-AC3F-A5022F655F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22467" y="3753199"/>
            <a:ext cx="571500" cy="571500"/>
          </a:xfrm>
          <a:prstGeom prst="rect">
            <a:avLst/>
          </a:prstGeom>
        </p:spPr>
      </p:pic>
      <p:pic>
        <p:nvPicPr>
          <p:cNvPr id="32" name="Grafik 31">
            <a:extLst>
              <a:ext uri="{FF2B5EF4-FFF2-40B4-BE49-F238E27FC236}">
                <a16:creationId xmlns:a16="http://schemas.microsoft.com/office/drawing/2014/main" id="{122427DA-8AE0-16A3-3B44-C63BDAAB0A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16275" y="3753199"/>
            <a:ext cx="571500" cy="571500"/>
          </a:xfrm>
          <a:prstGeom prst="rect">
            <a:avLst/>
          </a:prstGeom>
        </p:spPr>
      </p:pic>
      <p:sp>
        <p:nvSpPr>
          <p:cNvPr id="33" name="Rechteck 32">
            <a:extLst>
              <a:ext uri="{FF2B5EF4-FFF2-40B4-BE49-F238E27FC236}">
                <a16:creationId xmlns:a16="http://schemas.microsoft.com/office/drawing/2014/main" id="{F00D0415-92DA-2BA1-4EB9-4452D1E07D96}"/>
              </a:ext>
            </a:extLst>
          </p:cNvPr>
          <p:cNvSpPr/>
          <p:nvPr userDrawn="1"/>
        </p:nvSpPr>
        <p:spPr>
          <a:xfrm>
            <a:off x="9807563" y="2301335"/>
            <a:ext cx="1284902" cy="4428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Textplatzhalter 9">
            <a:extLst>
              <a:ext uri="{FF2B5EF4-FFF2-40B4-BE49-F238E27FC236}">
                <a16:creationId xmlns:a16="http://schemas.microsoft.com/office/drawing/2014/main" id="{F6206D90-693C-8234-9556-FBDECB2FBD4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346284" y="2348880"/>
            <a:ext cx="2162482" cy="365125"/>
          </a:xfr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chemeClr val="accent2"/>
                </a:solidFill>
                <a:latin typeface="Lato" panose="020F0502020204030203" pitchFamily="34" charset="77"/>
              </a:defRPr>
            </a:lvl1pPr>
          </a:lstStyle>
          <a:p>
            <a:pPr algn="ctr"/>
            <a:r>
              <a:rPr lang="de-DE" dirty="0">
                <a:solidFill>
                  <a:schemeClr val="accent2"/>
                </a:solidFill>
              </a:rPr>
              <a:t>STEP 4</a:t>
            </a:r>
          </a:p>
        </p:txBody>
      </p:sp>
      <p:sp>
        <p:nvSpPr>
          <p:cNvPr id="35" name="Textplatzhalter 9">
            <a:extLst>
              <a:ext uri="{FF2B5EF4-FFF2-40B4-BE49-F238E27FC236}">
                <a16:creationId xmlns:a16="http://schemas.microsoft.com/office/drawing/2014/main" id="{C422FBFC-96BE-F4C3-EC9F-5C80FBA69AA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0530" y="991829"/>
            <a:ext cx="5761037" cy="277183"/>
          </a:xfrm>
        </p:spPr>
        <p:txBody>
          <a:bodyPr>
            <a:normAutofit/>
          </a:bodyPr>
          <a:lstStyle>
            <a:lvl1pPr marL="0" indent="0">
              <a:buNone/>
              <a:defRPr sz="1800" b="0" i="0" baseline="0">
                <a:solidFill>
                  <a:schemeClr val="accent1"/>
                </a:solidFill>
                <a:latin typeface="Lato Light" panose="020F0302020204030203" pitchFamily="34" charset="77"/>
              </a:defRPr>
            </a:lvl1pPr>
          </a:lstStyle>
          <a:p>
            <a:pPr lvl="0"/>
            <a:r>
              <a:rPr lang="de-DE" dirty="0"/>
              <a:t>Hier steht eine </a:t>
            </a:r>
            <a:r>
              <a:rPr lang="de-DE" dirty="0" err="1"/>
              <a:t>Subline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316665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46">
          <p15:clr>
            <a:srgbClr val="FBAE40"/>
          </p15:clr>
        </p15:guide>
        <p15:guide id="4" orient="horz" pos="3748">
          <p15:clr>
            <a:srgbClr val="FBAE40"/>
          </p15:clr>
        </p15:guide>
        <p15:guide id="5" pos="211">
          <p15:clr>
            <a:srgbClr val="FBAE40"/>
          </p15:clr>
        </p15:guide>
        <p15:guide id="6" pos="7469">
          <p15:clr>
            <a:srgbClr val="FBAE40"/>
          </p15:clr>
        </p15:guide>
        <p15:guide id="7" pos="2026">
          <p15:clr>
            <a:srgbClr val="FBAE40"/>
          </p15:clr>
        </p15:guide>
        <p15:guide id="10" pos="5654">
          <p15:clr>
            <a:srgbClr val="FBAE40"/>
          </p15:clr>
        </p15:guide>
        <p15:guide id="11" pos="89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kflow 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E74FB67C-D1C8-FB4E-3759-E8DC64AC05F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530" y="549709"/>
            <a:ext cx="5761037" cy="503238"/>
          </a:xfrm>
        </p:spPr>
        <p:txBody>
          <a:bodyPr>
            <a:noAutofit/>
          </a:bodyPr>
          <a:lstStyle>
            <a:lvl1pPr marL="0" indent="0">
              <a:buNone/>
              <a:defRPr sz="3200" b="1" i="0" baseline="0">
                <a:solidFill>
                  <a:schemeClr val="accent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HEADLINE IN VERSALIEN</a:t>
            </a:r>
          </a:p>
        </p:txBody>
      </p:sp>
      <p:sp>
        <p:nvSpPr>
          <p:cNvPr id="5" name="Textplatzhalter 9">
            <a:extLst>
              <a:ext uri="{FF2B5EF4-FFF2-40B4-BE49-F238E27FC236}">
                <a16:creationId xmlns:a16="http://schemas.microsoft.com/office/drawing/2014/main" id="{BCA34878-EAA6-471A-258B-025814F5DF4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2161" y="2348880"/>
            <a:ext cx="2162481" cy="365125"/>
          </a:xfrm>
        </p:spPr>
        <p:txBody>
          <a:bodyPr>
            <a:normAutofit/>
          </a:bodyPr>
          <a:lstStyle>
            <a:lvl1pPr marL="0" indent="0">
              <a:buNone/>
              <a:defRPr sz="1600" b="1" i="0" baseline="0">
                <a:solidFill>
                  <a:schemeClr val="accent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STEP 1</a:t>
            </a:r>
          </a:p>
        </p:txBody>
      </p:sp>
      <p:sp>
        <p:nvSpPr>
          <p:cNvPr id="6" name="Textplatzhalter 9">
            <a:extLst>
              <a:ext uri="{FF2B5EF4-FFF2-40B4-BE49-F238E27FC236}">
                <a16:creationId xmlns:a16="http://schemas.microsoft.com/office/drawing/2014/main" id="{9ABB22A9-2429-7E95-EAC9-0ED7333439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2160" y="2816240"/>
            <a:ext cx="2162481" cy="2767916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 i="0" baseline="0"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Inhalt 01</a:t>
            </a:r>
          </a:p>
          <a:p>
            <a:pPr lvl="0"/>
            <a:r>
              <a:rPr lang="de-DE" dirty="0"/>
              <a:t>Inhalt 02</a:t>
            </a:r>
          </a:p>
          <a:p>
            <a:pPr lvl="0"/>
            <a:r>
              <a:rPr lang="de-DE" dirty="0"/>
              <a:t>Inhalt 03</a:t>
            </a:r>
          </a:p>
          <a:p>
            <a:pPr lvl="0"/>
            <a:endParaRPr lang="de-DE" dirty="0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2EBD1814-7AB8-9E67-A18B-6D9110DF908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84721" y="2348880"/>
            <a:ext cx="2162482" cy="365125"/>
          </a:xfrm>
        </p:spPr>
        <p:txBody>
          <a:bodyPr>
            <a:normAutofit/>
          </a:bodyPr>
          <a:lstStyle>
            <a:lvl1pPr marL="0" indent="0">
              <a:buNone/>
              <a:defRPr sz="1600" b="1" i="0" baseline="0">
                <a:solidFill>
                  <a:schemeClr val="accent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STEP 2</a:t>
            </a:r>
          </a:p>
        </p:txBody>
      </p:sp>
      <p:sp>
        <p:nvSpPr>
          <p:cNvPr id="15" name="Textplatzhalter 9">
            <a:extLst>
              <a:ext uri="{FF2B5EF4-FFF2-40B4-BE49-F238E27FC236}">
                <a16:creationId xmlns:a16="http://schemas.microsoft.com/office/drawing/2014/main" id="{30F9BAC3-7236-EDB5-AFF8-8A760452FD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84721" y="2819440"/>
            <a:ext cx="2162481" cy="2767916"/>
          </a:xfrm>
        </p:spPr>
        <p:txBody>
          <a:bodyPr>
            <a:normAutofit/>
          </a:bodyPr>
          <a:lstStyle>
            <a:lvl1pPr marL="0" indent="0">
              <a:buNone/>
              <a:defRPr sz="1200" b="0" i="0" baseline="0"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Inhalt 01</a:t>
            </a:r>
          </a:p>
          <a:p>
            <a:pPr lvl="0"/>
            <a:r>
              <a:rPr lang="de-DE" dirty="0"/>
              <a:t>Inhalt 02</a:t>
            </a:r>
          </a:p>
          <a:p>
            <a:pPr lvl="0"/>
            <a:r>
              <a:rPr lang="de-DE" dirty="0"/>
              <a:t>Inhalt 03</a:t>
            </a:r>
          </a:p>
        </p:txBody>
      </p:sp>
      <p:sp>
        <p:nvSpPr>
          <p:cNvPr id="18" name="Datumsplatzhalter 1">
            <a:extLst>
              <a:ext uri="{FF2B5EF4-FFF2-40B4-BE49-F238E27FC236}">
                <a16:creationId xmlns:a16="http://schemas.microsoft.com/office/drawing/2014/main" id="{861AC235-12CF-D971-9900-843C6CC1EF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0000" y="6300000"/>
            <a:ext cx="1056050" cy="365125"/>
          </a:xfrm>
        </p:spPr>
        <p:txBody>
          <a:bodyPr/>
          <a:lstStyle>
            <a:lvl1pPr>
              <a:defRPr sz="1000" baseline="0">
                <a:latin typeface="Lato Light" panose="020F0302020204030203" pitchFamily="34" charset="77"/>
              </a:defRPr>
            </a:lvl1pPr>
          </a:lstStyle>
          <a:p>
            <a:r>
              <a:rPr lang="de-DE"/>
              <a:t>19.03.2025 </a:t>
            </a:r>
            <a:endParaRPr lang="de-DE" dirty="0"/>
          </a:p>
        </p:txBody>
      </p:sp>
      <p:sp>
        <p:nvSpPr>
          <p:cNvPr id="20" name="Foliennummernplatzhalter 3">
            <a:extLst>
              <a:ext uri="{FF2B5EF4-FFF2-40B4-BE49-F238E27FC236}">
                <a16:creationId xmlns:a16="http://schemas.microsoft.com/office/drawing/2014/main" id="{CA3557CD-0EDC-CFA4-3BB0-B6BEC2CF4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7" y="6300000"/>
            <a:ext cx="2743200" cy="365125"/>
          </a:xfrm>
        </p:spPr>
        <p:txBody>
          <a:bodyPr/>
          <a:lstStyle>
            <a:lvl1pPr>
              <a:defRPr sz="1000" baseline="0">
                <a:latin typeface="Lato Light" panose="020F0302020204030203" pitchFamily="34" charset="77"/>
              </a:defRPr>
            </a:lvl1pPr>
          </a:lstStyle>
          <a:p>
            <a:fld id="{6BD12C19-85BE-2A43-B080-F7060291DC2F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1" name="Fußzeilenplatzhalter 2">
            <a:extLst>
              <a:ext uri="{FF2B5EF4-FFF2-40B4-BE49-F238E27FC236}">
                <a16:creationId xmlns:a16="http://schemas.microsoft.com/office/drawing/2014/main" id="{A766AFC2-1905-6B7F-B485-472F4F7DA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3402" y="6300000"/>
            <a:ext cx="4114800" cy="365125"/>
          </a:xfrm>
        </p:spPr>
        <p:txBody>
          <a:bodyPr/>
          <a:lstStyle>
            <a:lvl1pPr algn="l">
              <a:defRPr sz="1000" baseline="0">
                <a:latin typeface="Lato Light" panose="020F0302020204030203" pitchFamily="34" charset="77"/>
              </a:defRPr>
            </a:lvl1pPr>
          </a:lstStyle>
          <a:p>
            <a:endParaRPr lang="de-DE" dirty="0"/>
          </a:p>
        </p:txBody>
      </p:sp>
      <p:sp>
        <p:nvSpPr>
          <p:cNvPr id="3" name="Textplatzhalter 9">
            <a:extLst>
              <a:ext uri="{FF2B5EF4-FFF2-40B4-BE49-F238E27FC236}">
                <a16:creationId xmlns:a16="http://schemas.microsoft.com/office/drawing/2014/main" id="{479FA4CC-E4A0-8884-D386-AC60F9A2B1B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67282" y="2348880"/>
            <a:ext cx="2162482" cy="365125"/>
          </a:xfrm>
        </p:spPr>
        <p:txBody>
          <a:bodyPr>
            <a:normAutofit/>
          </a:bodyPr>
          <a:lstStyle>
            <a:lvl1pPr marL="0" indent="0">
              <a:buNone/>
              <a:defRPr sz="1600" b="1" i="0" baseline="0">
                <a:solidFill>
                  <a:schemeClr val="accent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STEP 3</a:t>
            </a:r>
          </a:p>
        </p:txBody>
      </p:sp>
      <p:sp>
        <p:nvSpPr>
          <p:cNvPr id="4" name="Textplatzhalter 9">
            <a:extLst>
              <a:ext uri="{FF2B5EF4-FFF2-40B4-BE49-F238E27FC236}">
                <a16:creationId xmlns:a16="http://schemas.microsoft.com/office/drawing/2014/main" id="{EAD723D5-39B3-E9CB-FD7A-1D2CBE5AFC8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67282" y="2819440"/>
            <a:ext cx="2162481" cy="2767916"/>
          </a:xfrm>
        </p:spPr>
        <p:txBody>
          <a:bodyPr>
            <a:normAutofit/>
          </a:bodyPr>
          <a:lstStyle>
            <a:lvl1pPr marL="0" indent="0">
              <a:buNone/>
              <a:defRPr sz="1200" b="0" i="0" baseline="0"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Inhalt 01</a:t>
            </a:r>
          </a:p>
          <a:p>
            <a:pPr lvl="0"/>
            <a:r>
              <a:rPr lang="de-DE" dirty="0"/>
              <a:t>Inhalt 02</a:t>
            </a:r>
          </a:p>
          <a:p>
            <a:pPr lvl="0"/>
            <a:r>
              <a:rPr lang="de-DE" dirty="0"/>
              <a:t>Inhalt 03</a:t>
            </a:r>
          </a:p>
        </p:txBody>
      </p:sp>
      <p:sp>
        <p:nvSpPr>
          <p:cNvPr id="2" name="Textplatzhalter 9">
            <a:extLst>
              <a:ext uri="{FF2B5EF4-FFF2-40B4-BE49-F238E27FC236}">
                <a16:creationId xmlns:a16="http://schemas.microsoft.com/office/drawing/2014/main" id="{D95A873D-48F8-BB3A-38ED-BDEAEF48B3F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352722" y="2348880"/>
            <a:ext cx="2162482" cy="365125"/>
          </a:xfrm>
        </p:spPr>
        <p:txBody>
          <a:bodyPr>
            <a:normAutofit/>
          </a:bodyPr>
          <a:lstStyle>
            <a:lvl1pPr marL="0" indent="0">
              <a:buNone/>
              <a:defRPr sz="1600" b="1" i="0" baseline="0">
                <a:solidFill>
                  <a:schemeClr val="accent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STEP 4</a:t>
            </a:r>
          </a:p>
        </p:txBody>
      </p:sp>
      <p:sp>
        <p:nvSpPr>
          <p:cNvPr id="7" name="Textplatzhalter 9">
            <a:extLst>
              <a:ext uri="{FF2B5EF4-FFF2-40B4-BE49-F238E27FC236}">
                <a16:creationId xmlns:a16="http://schemas.microsoft.com/office/drawing/2014/main" id="{868C5B6F-8DD4-6AC3-4CBA-B56E6039AFF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352722" y="2819440"/>
            <a:ext cx="2162481" cy="2767916"/>
          </a:xfrm>
        </p:spPr>
        <p:txBody>
          <a:bodyPr>
            <a:normAutofit/>
          </a:bodyPr>
          <a:lstStyle>
            <a:lvl1pPr marL="0" indent="0">
              <a:buNone/>
              <a:defRPr sz="1200" b="0" i="0" baseline="0"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Inhalt 01</a:t>
            </a:r>
          </a:p>
          <a:p>
            <a:pPr lvl="0"/>
            <a:r>
              <a:rPr lang="de-DE" dirty="0"/>
              <a:t>Inhalt 02</a:t>
            </a:r>
          </a:p>
          <a:p>
            <a:pPr lvl="0"/>
            <a:r>
              <a:rPr lang="de-DE" dirty="0"/>
              <a:t>Inhalt 03</a:t>
            </a:r>
          </a:p>
        </p:txBody>
      </p:sp>
      <p:pic>
        <p:nvPicPr>
          <p:cNvPr id="9" name="Grafik 8" descr="Ein Bild, das Schrift, Grafiken, Logo, Grafikdesign enthält.&#10;&#10;Automatisch generierte Beschreibung">
            <a:extLst>
              <a:ext uri="{FF2B5EF4-FFF2-40B4-BE49-F238E27FC236}">
                <a16:creationId xmlns:a16="http://schemas.microsoft.com/office/drawing/2014/main" id="{6BB31EC9-807C-3F68-86EE-F9E447E9DA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33267" y="549709"/>
            <a:ext cx="1123771" cy="503461"/>
          </a:xfrm>
          <a:prstGeom prst="rect">
            <a:avLst/>
          </a:prstGeom>
        </p:spPr>
      </p:pic>
      <p:sp>
        <p:nvSpPr>
          <p:cNvPr id="8" name="Textplatzhalter 9">
            <a:extLst>
              <a:ext uri="{FF2B5EF4-FFF2-40B4-BE49-F238E27FC236}">
                <a16:creationId xmlns:a16="http://schemas.microsoft.com/office/drawing/2014/main" id="{6E321925-C245-AA64-A1C2-0949D9167F8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50530" y="991829"/>
            <a:ext cx="5761037" cy="277183"/>
          </a:xfrm>
        </p:spPr>
        <p:txBody>
          <a:bodyPr>
            <a:normAutofit/>
          </a:bodyPr>
          <a:lstStyle>
            <a:lvl1pPr marL="0" indent="0">
              <a:buNone/>
              <a:defRPr sz="1800" b="0" i="0" baseline="0">
                <a:solidFill>
                  <a:schemeClr val="accent1"/>
                </a:solidFill>
                <a:latin typeface="Lato Light" panose="020F0302020204030203" pitchFamily="34" charset="77"/>
              </a:defRPr>
            </a:lvl1pPr>
          </a:lstStyle>
          <a:p>
            <a:pPr lvl="0"/>
            <a:r>
              <a:rPr lang="de-DE" dirty="0"/>
              <a:t>Hier steht eine </a:t>
            </a:r>
            <a:r>
              <a:rPr lang="de-DE" dirty="0" err="1"/>
              <a:t>Subline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30207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46">
          <p15:clr>
            <a:srgbClr val="FBAE40"/>
          </p15:clr>
        </p15:guide>
        <p15:guide id="4" orient="horz" pos="3748">
          <p15:clr>
            <a:srgbClr val="FBAE40"/>
          </p15:clr>
        </p15:guide>
        <p15:guide id="5" pos="211">
          <p15:clr>
            <a:srgbClr val="FBAE40"/>
          </p15:clr>
        </p15:guide>
        <p15:guide id="6" pos="7469">
          <p15:clr>
            <a:srgbClr val="FBAE40"/>
          </p15:clr>
        </p15:guide>
        <p15:guide id="7" pos="2026">
          <p15:clr>
            <a:srgbClr val="FBAE40"/>
          </p15:clr>
        </p15:guide>
        <p15:guide id="10" pos="5654">
          <p15:clr>
            <a:srgbClr val="FBAE40"/>
          </p15:clr>
        </p15:guide>
        <p15:guide id="11" pos="89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+ Sublin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E74FB67C-D1C8-FB4E-3759-E8DC64AC05F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530" y="2211659"/>
            <a:ext cx="5761037" cy="503238"/>
          </a:xfrm>
        </p:spPr>
        <p:txBody>
          <a:bodyPr>
            <a:noAutofit/>
          </a:bodyPr>
          <a:lstStyle>
            <a:lvl1pPr marL="0" indent="0">
              <a:buNone/>
              <a:defRPr sz="3200" b="1" i="0" baseline="0">
                <a:solidFill>
                  <a:schemeClr val="accent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HEADLINE IN VERSALIEN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2EBD1814-7AB8-9E67-A18B-6D9110DF908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9483" y="3433192"/>
            <a:ext cx="4313009" cy="1707401"/>
          </a:xfrm>
        </p:spPr>
        <p:txBody>
          <a:bodyPr>
            <a:normAutofit/>
          </a:bodyPr>
          <a:lstStyle>
            <a:lvl1pPr marL="171450" indent="-171450" defTabSz="450000">
              <a:lnSpc>
                <a:spcPts val="1500"/>
              </a:lnSpc>
              <a:buFont typeface="Arial" panose="020B0604020202020204" pitchFamily="34" charset="0"/>
              <a:buChar char="•"/>
              <a:defRPr sz="1200" b="0" i="0" baseline="0">
                <a:latin typeface="Lato" panose="020F0502020204030203" pitchFamily="34" charset="77"/>
              </a:defRPr>
            </a:lvl1pPr>
          </a:lstStyle>
          <a:p>
            <a:pPr lvl="0"/>
            <a:r>
              <a:rPr lang="de-DE" b="0" i="0" dirty="0">
                <a:solidFill>
                  <a:srgbClr val="26282D"/>
                </a:solidFill>
                <a:effectLst/>
                <a:latin typeface="Open Sans" panose="020B0606030504020204" pitchFamily="34" charset="0"/>
              </a:rPr>
              <a:t>Lorem ipsum dolor sit amet, consectetuer adipiscing elit. Maecenas porttitor congue massa. </a:t>
            </a:r>
          </a:p>
          <a:p>
            <a:pPr lvl="0"/>
            <a:r>
              <a:rPr lang="de-DE" b="0" i="0" dirty="0">
                <a:solidFill>
                  <a:srgbClr val="26282D"/>
                </a:solidFill>
                <a:effectLst/>
                <a:latin typeface="Open Sans" panose="020B0606030504020204" pitchFamily="34" charset="0"/>
              </a:rPr>
              <a:t>Nunc viverra imperdiet enim. Fusce est. Vivamus a tellus.</a:t>
            </a:r>
          </a:p>
          <a:p>
            <a:pPr lvl="0"/>
            <a:r>
              <a:rPr lang="de-DE" b="0" i="0" dirty="0" err="1">
                <a:solidFill>
                  <a:srgbClr val="26282D"/>
                </a:solidFill>
                <a:effectLst/>
                <a:latin typeface="Open Sans" panose="020B0606030504020204" pitchFamily="34" charset="0"/>
              </a:rPr>
              <a:t>Pellentesque</a:t>
            </a:r>
            <a:r>
              <a:rPr lang="de-DE" b="0" i="0" dirty="0">
                <a:solidFill>
                  <a:srgbClr val="26282D"/>
                </a:solidFill>
                <a:effectLst/>
                <a:latin typeface="Open Sans" panose="020B0606030504020204" pitchFamily="34" charset="0"/>
              </a:rPr>
              <a:t> habitant morbi tristique senectus et netus et malesuada fames ac turpis egestas. Proin pharetra nonummy pede. Mauris et orci.</a:t>
            </a:r>
          </a:p>
          <a:p>
            <a:pPr lvl="0"/>
            <a:endParaRPr lang="de-DE" b="0" i="0" dirty="0">
              <a:solidFill>
                <a:srgbClr val="26282D"/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3" name="Textplatzhalter 9">
            <a:extLst>
              <a:ext uri="{FF2B5EF4-FFF2-40B4-BE49-F238E27FC236}">
                <a16:creationId xmlns:a16="http://schemas.microsoft.com/office/drawing/2014/main" id="{50B5CAD4-D143-C053-D465-CB096964D4A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0530" y="2714897"/>
            <a:ext cx="5761037" cy="277183"/>
          </a:xfrm>
        </p:spPr>
        <p:txBody>
          <a:bodyPr>
            <a:normAutofit/>
          </a:bodyPr>
          <a:lstStyle>
            <a:lvl1pPr marL="0" indent="0">
              <a:buNone/>
              <a:defRPr sz="1800" b="0" i="0" baseline="0">
                <a:solidFill>
                  <a:schemeClr val="accent1"/>
                </a:solidFill>
                <a:latin typeface="Lato Light" panose="020F0302020204030203" pitchFamily="34" charset="77"/>
              </a:defRPr>
            </a:lvl1pPr>
          </a:lstStyle>
          <a:p>
            <a:pPr lvl="0"/>
            <a:r>
              <a:rPr lang="de-DE" dirty="0"/>
              <a:t>Hier steht eine </a:t>
            </a:r>
            <a:r>
              <a:rPr lang="de-DE" dirty="0" err="1"/>
              <a:t>Subline</a:t>
            </a:r>
            <a:endParaRPr lang="de-DE" dirty="0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54993D61-99BB-BB71-C302-9E3AE8650DD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00203" y="3433192"/>
            <a:ext cx="4313009" cy="1707401"/>
          </a:xfrm>
        </p:spPr>
        <p:txBody>
          <a:bodyPr>
            <a:normAutofit/>
          </a:bodyPr>
          <a:lstStyle>
            <a:lvl1pPr marL="171450" indent="-171450" defTabSz="450000">
              <a:lnSpc>
                <a:spcPts val="1500"/>
              </a:lnSpc>
              <a:buFont typeface="Arial" panose="020B0604020202020204" pitchFamily="34" charset="0"/>
              <a:buChar char="•"/>
              <a:defRPr sz="1200" b="0" i="0" baseline="0">
                <a:latin typeface="Lato" panose="020F0502020204030203" pitchFamily="34" charset="77"/>
              </a:defRPr>
            </a:lvl1pPr>
          </a:lstStyle>
          <a:p>
            <a:pPr lvl="0"/>
            <a:r>
              <a:rPr lang="de-DE" b="0" i="0" dirty="0">
                <a:solidFill>
                  <a:srgbClr val="26282D"/>
                </a:solidFill>
                <a:effectLst/>
                <a:latin typeface="Open Sans" panose="020B0606030504020204" pitchFamily="34" charset="0"/>
              </a:rPr>
              <a:t>Lorem ipsum dolor sit amet, consectetuer adipiscing elit. Maecenas porttitor congue massa. </a:t>
            </a:r>
          </a:p>
          <a:p>
            <a:pPr lvl="0"/>
            <a:r>
              <a:rPr lang="de-DE" b="0" i="0" dirty="0">
                <a:solidFill>
                  <a:srgbClr val="26282D"/>
                </a:solidFill>
                <a:effectLst/>
                <a:latin typeface="Open Sans" panose="020B0606030504020204" pitchFamily="34" charset="0"/>
              </a:rPr>
              <a:t>Nunc viverra imperdiet enim. Fusce est. Vivamus a tellus.</a:t>
            </a:r>
          </a:p>
          <a:p>
            <a:pPr lvl="0"/>
            <a:r>
              <a:rPr lang="de-DE" b="0" i="0" dirty="0" err="1">
                <a:solidFill>
                  <a:srgbClr val="26282D"/>
                </a:solidFill>
                <a:effectLst/>
                <a:latin typeface="Open Sans" panose="020B0606030504020204" pitchFamily="34" charset="0"/>
              </a:rPr>
              <a:t>Pellentesque</a:t>
            </a:r>
            <a:r>
              <a:rPr lang="de-DE" b="0" i="0" dirty="0">
                <a:solidFill>
                  <a:srgbClr val="26282D"/>
                </a:solidFill>
                <a:effectLst/>
                <a:latin typeface="Open Sans" panose="020B0606030504020204" pitchFamily="34" charset="0"/>
              </a:rPr>
              <a:t> habitant morbi tristique senectus et netus et malesuada fames ac turpis egestas. Proin pharetra nonummy pede. Mauris et orci.</a:t>
            </a:r>
          </a:p>
          <a:p>
            <a:pPr lvl="0"/>
            <a:endParaRPr lang="de-DE" b="0" i="0" dirty="0">
              <a:solidFill>
                <a:srgbClr val="26282D"/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12" name="Datumsplatzhalter 1">
            <a:extLst>
              <a:ext uri="{FF2B5EF4-FFF2-40B4-BE49-F238E27FC236}">
                <a16:creationId xmlns:a16="http://schemas.microsoft.com/office/drawing/2014/main" id="{2C8F18C7-2CD0-0546-7EEA-CB576F1B14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0000" y="6300000"/>
            <a:ext cx="1056050" cy="365125"/>
          </a:xfrm>
        </p:spPr>
        <p:txBody>
          <a:bodyPr/>
          <a:lstStyle>
            <a:lvl1pPr>
              <a:defRPr sz="1000" baseline="0">
                <a:latin typeface="Lato Light" panose="020F0302020204030203" pitchFamily="34" charset="77"/>
              </a:defRPr>
            </a:lvl1pPr>
          </a:lstStyle>
          <a:p>
            <a:r>
              <a:rPr lang="de-DE"/>
              <a:t>19.03.2025 </a:t>
            </a:r>
            <a:endParaRPr lang="de-DE" dirty="0"/>
          </a:p>
        </p:txBody>
      </p:sp>
      <p:sp>
        <p:nvSpPr>
          <p:cNvPr id="15" name="Foliennummernplatzhalter 3">
            <a:extLst>
              <a:ext uri="{FF2B5EF4-FFF2-40B4-BE49-F238E27FC236}">
                <a16:creationId xmlns:a16="http://schemas.microsoft.com/office/drawing/2014/main" id="{E8280F43-B670-CC9E-87D9-866D77C86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7" y="6300000"/>
            <a:ext cx="2743200" cy="365125"/>
          </a:xfrm>
        </p:spPr>
        <p:txBody>
          <a:bodyPr/>
          <a:lstStyle>
            <a:lvl1pPr>
              <a:defRPr sz="1000" baseline="0">
                <a:latin typeface="Lato Light" panose="020F0302020204030203" pitchFamily="34" charset="77"/>
              </a:defRPr>
            </a:lvl1pPr>
          </a:lstStyle>
          <a:p>
            <a:fld id="{6BD12C19-85BE-2A43-B080-F7060291DC2F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6" name="Fußzeilenplatzhalter 2">
            <a:extLst>
              <a:ext uri="{FF2B5EF4-FFF2-40B4-BE49-F238E27FC236}">
                <a16:creationId xmlns:a16="http://schemas.microsoft.com/office/drawing/2014/main" id="{7E77E6DF-4221-8FD8-1DD5-794747ACB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3402" y="6300000"/>
            <a:ext cx="4114800" cy="365125"/>
          </a:xfrm>
        </p:spPr>
        <p:txBody>
          <a:bodyPr/>
          <a:lstStyle>
            <a:lvl1pPr algn="l">
              <a:defRPr sz="1000" baseline="0">
                <a:latin typeface="Lato Light" panose="020F0302020204030203" pitchFamily="34" charset="77"/>
              </a:defRPr>
            </a:lvl1pPr>
          </a:lstStyle>
          <a:p>
            <a:endParaRPr lang="de-DE" dirty="0"/>
          </a:p>
        </p:txBody>
      </p:sp>
      <p:pic>
        <p:nvPicPr>
          <p:cNvPr id="2" name="Grafik 1" descr="Ein Bild, das Schrift, Grafiken, Logo, Grafikdesign enthält.&#10;&#10;Automatisch generierte Beschreibung">
            <a:extLst>
              <a:ext uri="{FF2B5EF4-FFF2-40B4-BE49-F238E27FC236}">
                <a16:creationId xmlns:a16="http://schemas.microsoft.com/office/drawing/2014/main" id="{3766D7FD-2424-2A2A-BE49-4BF529F643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33267" y="549709"/>
            <a:ext cx="1123771" cy="503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4703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46">
          <p15:clr>
            <a:srgbClr val="FBAE40"/>
          </p15:clr>
        </p15:guide>
        <p15:guide id="4" orient="horz" pos="3748">
          <p15:clr>
            <a:srgbClr val="FBAE40"/>
          </p15:clr>
        </p15:guide>
        <p15:guide id="5" pos="211">
          <p15:clr>
            <a:srgbClr val="FBAE40"/>
          </p15:clr>
        </p15:guide>
        <p15:guide id="6" pos="1255">
          <p15:clr>
            <a:srgbClr val="FBAE40"/>
          </p15:clr>
        </p15:guide>
        <p15:guide id="7" pos="2026">
          <p15:clr>
            <a:srgbClr val="FBAE40"/>
          </p15:clr>
        </p15:guide>
        <p15:guide id="10" pos="5654">
          <p15:clr>
            <a:srgbClr val="FBAE40"/>
          </p15:clr>
        </p15:guide>
        <p15:guide id="11" pos="892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7D91B2C-D9D9-E6A9-F27D-BC27383141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0000" y="6300000"/>
            <a:ext cx="1056050" cy="365125"/>
          </a:xfrm>
        </p:spPr>
        <p:txBody>
          <a:bodyPr/>
          <a:lstStyle>
            <a:lvl1pPr>
              <a:defRPr sz="1000" baseline="0">
                <a:latin typeface="Lato Light" panose="020F0302020204030203" pitchFamily="34" charset="77"/>
              </a:defRPr>
            </a:lvl1pPr>
          </a:lstStyle>
          <a:p>
            <a:r>
              <a:rPr lang="de-DE"/>
              <a:t>19.03.2025 </a:t>
            </a:r>
            <a:endParaRPr lang="de-DE" dirty="0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F9EF3B8A-9D0F-2F44-E8CC-ACB46E234A7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656112" y="2686933"/>
            <a:ext cx="1800225" cy="1800225"/>
          </a:xfrm>
          <a:pattFill prst="lgGrid">
            <a:fgClr>
              <a:srgbClr val="258C9D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2600" b="1" i="0" baseline="0">
                <a:latin typeface="Lato" panose="020F0502020204030203" pitchFamily="34" charset="77"/>
              </a:defRPr>
            </a:lvl1pPr>
          </a:lstStyle>
          <a:p>
            <a:r>
              <a:rPr lang="de-DE" dirty="0"/>
              <a:t>Foto</a:t>
            </a:r>
          </a:p>
        </p:txBody>
      </p:sp>
      <p:sp>
        <p:nvSpPr>
          <p:cNvPr id="7" name="Textplatzhalter 9">
            <a:extLst>
              <a:ext uri="{FF2B5EF4-FFF2-40B4-BE49-F238E27FC236}">
                <a16:creationId xmlns:a16="http://schemas.microsoft.com/office/drawing/2014/main" id="{CC2B3B46-6C94-F6CF-2EA6-D093E34D52C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56312" y="4581128"/>
            <a:ext cx="1800025" cy="200224"/>
          </a:xfrm>
        </p:spPr>
        <p:txBody>
          <a:bodyPr>
            <a:normAutofit/>
          </a:bodyPr>
          <a:lstStyle>
            <a:lvl1pPr marL="0" indent="0">
              <a:buNone/>
              <a:defRPr sz="1200" b="1" i="0" baseline="0"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C2107356-CB9D-5A3D-BFDE-54189D7A313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56312" y="4794488"/>
            <a:ext cx="1800025" cy="200224"/>
          </a:xfrm>
        </p:spPr>
        <p:txBody>
          <a:bodyPr>
            <a:normAutofit/>
          </a:bodyPr>
          <a:lstStyle>
            <a:lvl1pPr marL="0" indent="0">
              <a:buNone/>
              <a:defRPr sz="1200" b="0" i="0" baseline="0"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Position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BFE4BA06-04F1-6D67-AAE3-57FE0C95BA0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75992" y="4581128"/>
            <a:ext cx="1800025" cy="200224"/>
          </a:xfrm>
        </p:spPr>
        <p:txBody>
          <a:bodyPr>
            <a:normAutofit/>
          </a:bodyPr>
          <a:lstStyle>
            <a:lvl1pPr marL="0" indent="0">
              <a:buNone/>
              <a:defRPr sz="1200" b="1" i="0" baseline="0"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13" name="Textplatzhalter 9">
            <a:extLst>
              <a:ext uri="{FF2B5EF4-FFF2-40B4-BE49-F238E27FC236}">
                <a16:creationId xmlns:a16="http://schemas.microsoft.com/office/drawing/2014/main" id="{6B87838D-2D94-16B7-540A-468B7B15E4C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175992" y="4794488"/>
            <a:ext cx="1800025" cy="200224"/>
          </a:xfrm>
        </p:spPr>
        <p:txBody>
          <a:bodyPr>
            <a:normAutofit/>
          </a:bodyPr>
          <a:lstStyle>
            <a:lvl1pPr marL="0" indent="0">
              <a:buNone/>
              <a:defRPr sz="1200" b="0" i="0" baseline="0"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Position</a:t>
            </a:r>
          </a:p>
        </p:txBody>
      </p:sp>
      <p:sp>
        <p:nvSpPr>
          <p:cNvPr id="15" name="Textplatzhalter 9">
            <a:extLst>
              <a:ext uri="{FF2B5EF4-FFF2-40B4-BE49-F238E27FC236}">
                <a16:creationId xmlns:a16="http://schemas.microsoft.com/office/drawing/2014/main" id="{54B84EAB-8DF1-A39F-5B09-4DB8CE0A13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705832" y="4581128"/>
            <a:ext cx="1800025" cy="200224"/>
          </a:xfrm>
        </p:spPr>
        <p:txBody>
          <a:bodyPr>
            <a:normAutofit/>
          </a:bodyPr>
          <a:lstStyle>
            <a:lvl1pPr marL="0" indent="0">
              <a:buNone/>
              <a:defRPr sz="1200" b="1" i="0" baseline="0"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16" name="Textplatzhalter 9">
            <a:extLst>
              <a:ext uri="{FF2B5EF4-FFF2-40B4-BE49-F238E27FC236}">
                <a16:creationId xmlns:a16="http://schemas.microsoft.com/office/drawing/2014/main" id="{83A9DB5C-416C-23A3-164A-460D0B54B96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705832" y="4794488"/>
            <a:ext cx="1800025" cy="200224"/>
          </a:xfrm>
        </p:spPr>
        <p:txBody>
          <a:bodyPr>
            <a:normAutofit/>
          </a:bodyPr>
          <a:lstStyle>
            <a:lvl1pPr marL="0" indent="0">
              <a:buNone/>
              <a:defRPr sz="1200" b="0" i="0" baseline="0"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Position</a:t>
            </a:r>
          </a:p>
        </p:txBody>
      </p:sp>
      <p:sp>
        <p:nvSpPr>
          <p:cNvPr id="17" name="Bildplatzhalter 3">
            <a:extLst>
              <a:ext uri="{FF2B5EF4-FFF2-40B4-BE49-F238E27FC236}">
                <a16:creationId xmlns:a16="http://schemas.microsoft.com/office/drawing/2014/main" id="{FCD6083A-8DA6-7B7B-A750-254A414A269A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175792" y="2686933"/>
            <a:ext cx="1800225" cy="1800225"/>
          </a:xfrm>
          <a:pattFill prst="lgGrid">
            <a:fgClr>
              <a:srgbClr val="258C9D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2600" b="1" i="0" baseline="0">
                <a:latin typeface="Lato" panose="020F0502020204030203" pitchFamily="34" charset="77"/>
              </a:defRPr>
            </a:lvl1pPr>
          </a:lstStyle>
          <a:p>
            <a:r>
              <a:rPr lang="de-DE" dirty="0"/>
              <a:t>Foto</a:t>
            </a:r>
          </a:p>
        </p:txBody>
      </p:sp>
      <p:sp>
        <p:nvSpPr>
          <p:cNvPr id="18" name="Bildplatzhalter 3">
            <a:extLst>
              <a:ext uri="{FF2B5EF4-FFF2-40B4-BE49-F238E27FC236}">
                <a16:creationId xmlns:a16="http://schemas.microsoft.com/office/drawing/2014/main" id="{B0364951-3FB1-F41D-E26F-3C4DB0EE5BE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695472" y="2686933"/>
            <a:ext cx="1800225" cy="1800225"/>
          </a:xfrm>
          <a:pattFill prst="lgGrid">
            <a:fgClr>
              <a:srgbClr val="258C9D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2600" b="1" i="0" baseline="0">
                <a:latin typeface="Lato" panose="020F0502020204030203" pitchFamily="34" charset="77"/>
              </a:defRPr>
            </a:lvl1pPr>
          </a:lstStyle>
          <a:p>
            <a:r>
              <a:rPr lang="de-DE" dirty="0"/>
              <a:t>Foto</a:t>
            </a:r>
          </a:p>
        </p:txBody>
      </p:sp>
      <p:sp>
        <p:nvSpPr>
          <p:cNvPr id="19" name="Fußzeilenplatzhalter 2">
            <a:extLst>
              <a:ext uri="{FF2B5EF4-FFF2-40B4-BE49-F238E27FC236}">
                <a16:creationId xmlns:a16="http://schemas.microsoft.com/office/drawing/2014/main" id="{C4748094-89F8-C934-83C9-4274BDFD9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3402" y="6300000"/>
            <a:ext cx="4114800" cy="365125"/>
          </a:xfrm>
        </p:spPr>
        <p:txBody>
          <a:bodyPr/>
          <a:lstStyle>
            <a:lvl1pPr algn="l">
              <a:defRPr sz="1000" baseline="0">
                <a:latin typeface="Lato Light" panose="020F0302020204030203" pitchFamily="34" charset="77"/>
              </a:defRPr>
            </a:lvl1pPr>
          </a:lstStyle>
          <a:p>
            <a:endParaRPr lang="de-DE" dirty="0"/>
          </a:p>
        </p:txBody>
      </p:sp>
      <p:sp>
        <p:nvSpPr>
          <p:cNvPr id="20" name="Foliennummernplatzhalter 3">
            <a:extLst>
              <a:ext uri="{FF2B5EF4-FFF2-40B4-BE49-F238E27FC236}">
                <a16:creationId xmlns:a16="http://schemas.microsoft.com/office/drawing/2014/main" id="{7FE52EB4-BEE1-C492-A793-4AD7CCE74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7" y="6300000"/>
            <a:ext cx="2743200" cy="365125"/>
          </a:xfrm>
        </p:spPr>
        <p:txBody>
          <a:bodyPr/>
          <a:lstStyle>
            <a:lvl1pPr>
              <a:defRPr sz="1000" baseline="0">
                <a:latin typeface="Lato Light" panose="020F0302020204030203" pitchFamily="34" charset="77"/>
              </a:defRPr>
            </a:lvl1pPr>
          </a:lstStyle>
          <a:p>
            <a:fld id="{6BD12C19-85BE-2A43-B080-F7060291DC2F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3" name="Grafik 2" descr="Ein Bild, das Schrift, Grafiken, Logo, Grafikdesign enthält.&#10;&#10;Automatisch generierte Beschreibung">
            <a:extLst>
              <a:ext uri="{FF2B5EF4-FFF2-40B4-BE49-F238E27FC236}">
                <a16:creationId xmlns:a16="http://schemas.microsoft.com/office/drawing/2014/main" id="{119E02A3-7027-93CB-F3D6-3FD8148E5A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33267" y="549709"/>
            <a:ext cx="1123771" cy="503461"/>
          </a:xfrm>
          <a:prstGeom prst="rect">
            <a:avLst/>
          </a:prstGeom>
        </p:spPr>
      </p:pic>
      <p:sp>
        <p:nvSpPr>
          <p:cNvPr id="5" name="Textplatzhalter 9">
            <a:extLst>
              <a:ext uri="{FF2B5EF4-FFF2-40B4-BE49-F238E27FC236}">
                <a16:creationId xmlns:a16="http://schemas.microsoft.com/office/drawing/2014/main" id="{7F03C760-079D-99B7-5D6A-7566FFE202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530" y="549709"/>
            <a:ext cx="5761037" cy="503238"/>
          </a:xfrm>
        </p:spPr>
        <p:txBody>
          <a:bodyPr>
            <a:noAutofit/>
          </a:bodyPr>
          <a:lstStyle>
            <a:lvl1pPr marL="0" indent="0">
              <a:buNone/>
              <a:defRPr sz="3200" b="1" i="0" baseline="0">
                <a:solidFill>
                  <a:schemeClr val="accent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IHR/DEIN CMC–TEAM</a:t>
            </a:r>
          </a:p>
        </p:txBody>
      </p:sp>
      <p:sp>
        <p:nvSpPr>
          <p:cNvPr id="6" name="Bildplatzhalter 3">
            <a:extLst>
              <a:ext uri="{FF2B5EF4-FFF2-40B4-BE49-F238E27FC236}">
                <a16:creationId xmlns:a16="http://schemas.microsoft.com/office/drawing/2014/main" id="{5A8779CE-8B04-58E4-8484-67201886344D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2136432" y="2686933"/>
            <a:ext cx="1800225" cy="1800225"/>
          </a:xfrm>
          <a:pattFill prst="lgGrid">
            <a:fgClr>
              <a:srgbClr val="258C9D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2600" b="1" i="0" baseline="0">
                <a:latin typeface="Lato" panose="020F0502020204030203" pitchFamily="34" charset="77"/>
              </a:defRPr>
            </a:lvl1pPr>
          </a:lstStyle>
          <a:p>
            <a:r>
              <a:rPr lang="de-DE" dirty="0"/>
              <a:t>Foto</a:t>
            </a:r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609C2624-D277-89A5-6666-E3A2AE3E14B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136632" y="4581128"/>
            <a:ext cx="1800025" cy="200224"/>
          </a:xfrm>
        </p:spPr>
        <p:txBody>
          <a:bodyPr>
            <a:normAutofit/>
          </a:bodyPr>
          <a:lstStyle>
            <a:lvl1pPr marL="0" indent="0">
              <a:buNone/>
              <a:defRPr sz="1200" b="1" i="0" baseline="0"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7D70594B-D835-8F4D-C67B-90F0B4A8AB2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136632" y="4794488"/>
            <a:ext cx="1800025" cy="200224"/>
          </a:xfrm>
        </p:spPr>
        <p:txBody>
          <a:bodyPr>
            <a:normAutofit/>
          </a:bodyPr>
          <a:lstStyle>
            <a:lvl1pPr marL="0" indent="0">
              <a:buNone/>
              <a:defRPr sz="1200" b="0" i="0" baseline="0"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Position</a:t>
            </a:r>
          </a:p>
        </p:txBody>
      </p:sp>
    </p:spTree>
    <p:extLst>
      <p:ext uri="{BB962C8B-B14F-4D97-AF65-F5344CB8AC3E}">
        <p14:creationId xmlns:p14="http://schemas.microsoft.com/office/powerpoint/2010/main" val="465244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46">
          <p15:clr>
            <a:srgbClr val="FBAE40"/>
          </p15:clr>
        </p15:guide>
        <p15:guide id="4" orient="horz" pos="3748">
          <p15:clr>
            <a:srgbClr val="FBAE40"/>
          </p15:clr>
        </p15:guide>
        <p15:guide id="5" pos="211">
          <p15:clr>
            <a:srgbClr val="FBAE40"/>
          </p15:clr>
        </p15:guide>
        <p15:guide id="6" pos="7469">
          <p15:clr>
            <a:srgbClr val="FBAE40"/>
          </p15:clr>
        </p15:guide>
        <p15:guide id="7" pos="2026">
          <p15:clr>
            <a:srgbClr val="FBAE40"/>
          </p15:clr>
        </p15:guide>
        <p15:guide id="10" pos="5654">
          <p15:clr>
            <a:srgbClr val="FBAE40"/>
          </p15:clr>
        </p15:guide>
        <p15:guide id="11" pos="892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lkula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7D91B2C-D9D9-E6A9-F27D-BC27383141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0000" y="6300000"/>
            <a:ext cx="1056050" cy="365125"/>
          </a:xfrm>
        </p:spPr>
        <p:txBody>
          <a:bodyPr/>
          <a:lstStyle>
            <a:lvl1pPr>
              <a:defRPr sz="1000" baseline="0">
                <a:latin typeface="Lato Light" panose="020F0302020204030203" pitchFamily="34" charset="77"/>
              </a:defRPr>
            </a:lvl1pPr>
          </a:lstStyle>
          <a:p>
            <a:r>
              <a:rPr lang="de-DE"/>
              <a:t>19.03.2025 </a:t>
            </a:r>
            <a:endParaRPr lang="de-DE" dirty="0"/>
          </a:p>
        </p:txBody>
      </p:sp>
      <p:sp>
        <p:nvSpPr>
          <p:cNvPr id="19" name="Fußzeilenplatzhalter 2">
            <a:extLst>
              <a:ext uri="{FF2B5EF4-FFF2-40B4-BE49-F238E27FC236}">
                <a16:creationId xmlns:a16="http://schemas.microsoft.com/office/drawing/2014/main" id="{C4748094-89F8-C934-83C9-4274BDFD9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3402" y="6300000"/>
            <a:ext cx="4114800" cy="365125"/>
          </a:xfrm>
        </p:spPr>
        <p:txBody>
          <a:bodyPr/>
          <a:lstStyle>
            <a:lvl1pPr algn="l">
              <a:defRPr sz="1000" baseline="0">
                <a:latin typeface="Lato Light" panose="020F0302020204030203" pitchFamily="34" charset="77"/>
              </a:defRPr>
            </a:lvl1pPr>
          </a:lstStyle>
          <a:p>
            <a:endParaRPr lang="de-DE" dirty="0"/>
          </a:p>
        </p:txBody>
      </p:sp>
      <p:sp>
        <p:nvSpPr>
          <p:cNvPr id="20" name="Foliennummernplatzhalter 3">
            <a:extLst>
              <a:ext uri="{FF2B5EF4-FFF2-40B4-BE49-F238E27FC236}">
                <a16:creationId xmlns:a16="http://schemas.microsoft.com/office/drawing/2014/main" id="{7FE52EB4-BEE1-C492-A793-4AD7CCE74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7" y="6300000"/>
            <a:ext cx="2743200" cy="365125"/>
          </a:xfrm>
        </p:spPr>
        <p:txBody>
          <a:bodyPr/>
          <a:lstStyle>
            <a:lvl1pPr>
              <a:defRPr sz="1000" baseline="0">
                <a:latin typeface="Lato Light" panose="020F0302020204030203" pitchFamily="34" charset="77"/>
              </a:defRPr>
            </a:lvl1pPr>
          </a:lstStyle>
          <a:p>
            <a:fld id="{6BD12C19-85BE-2A43-B080-F7060291DC2F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3" name="Grafik 2" descr="Ein Bild, das Schrift, Grafiken, Logo, Grafikdesign enthält.&#10;&#10;Automatisch generierte Beschreibung">
            <a:extLst>
              <a:ext uri="{FF2B5EF4-FFF2-40B4-BE49-F238E27FC236}">
                <a16:creationId xmlns:a16="http://schemas.microsoft.com/office/drawing/2014/main" id="{119E02A3-7027-93CB-F3D6-3FD8148E5A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33267" y="549709"/>
            <a:ext cx="1123771" cy="503461"/>
          </a:xfrm>
          <a:prstGeom prst="rect">
            <a:avLst/>
          </a:prstGeom>
        </p:spPr>
      </p:pic>
      <p:sp>
        <p:nvSpPr>
          <p:cNvPr id="5" name="Textplatzhalter 9">
            <a:extLst>
              <a:ext uri="{FF2B5EF4-FFF2-40B4-BE49-F238E27FC236}">
                <a16:creationId xmlns:a16="http://schemas.microsoft.com/office/drawing/2014/main" id="{7F03C760-079D-99B7-5D6A-7566FFE202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530" y="549709"/>
            <a:ext cx="5761037" cy="503238"/>
          </a:xfrm>
        </p:spPr>
        <p:txBody>
          <a:bodyPr>
            <a:noAutofit/>
          </a:bodyPr>
          <a:lstStyle>
            <a:lvl1pPr marL="0" indent="0">
              <a:buNone/>
              <a:defRPr sz="3200" b="1" i="0" baseline="0">
                <a:solidFill>
                  <a:schemeClr val="accent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HIER STEHT EINE HEADLINE</a:t>
            </a:r>
          </a:p>
        </p:txBody>
      </p:sp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85F1D919-942F-B72A-7C07-921238B80AE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580797746"/>
              </p:ext>
            </p:extLst>
          </p:nvPr>
        </p:nvGraphicFramePr>
        <p:xfrm>
          <a:off x="706627" y="2103130"/>
          <a:ext cx="7913000" cy="3846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5166">
                  <a:extLst>
                    <a:ext uri="{9D8B030D-6E8A-4147-A177-3AD203B41FA5}">
                      <a16:colId xmlns:a16="http://schemas.microsoft.com/office/drawing/2014/main" val="995347256"/>
                    </a:ext>
                  </a:extLst>
                </a:gridCol>
                <a:gridCol w="1102474">
                  <a:extLst>
                    <a:ext uri="{9D8B030D-6E8A-4147-A177-3AD203B41FA5}">
                      <a16:colId xmlns:a16="http://schemas.microsoft.com/office/drawing/2014/main" val="2679915524"/>
                    </a:ext>
                  </a:extLst>
                </a:gridCol>
                <a:gridCol w="1121072">
                  <a:extLst>
                    <a:ext uri="{9D8B030D-6E8A-4147-A177-3AD203B41FA5}">
                      <a16:colId xmlns:a16="http://schemas.microsoft.com/office/drawing/2014/main" val="3784126894"/>
                    </a:ext>
                  </a:extLst>
                </a:gridCol>
                <a:gridCol w="1121072">
                  <a:extLst>
                    <a:ext uri="{9D8B030D-6E8A-4147-A177-3AD203B41FA5}">
                      <a16:colId xmlns:a16="http://schemas.microsoft.com/office/drawing/2014/main" val="3328300474"/>
                    </a:ext>
                  </a:extLst>
                </a:gridCol>
                <a:gridCol w="1121072">
                  <a:extLst>
                    <a:ext uri="{9D8B030D-6E8A-4147-A177-3AD203B41FA5}">
                      <a16:colId xmlns:a16="http://schemas.microsoft.com/office/drawing/2014/main" val="2740467764"/>
                    </a:ext>
                  </a:extLst>
                </a:gridCol>
                <a:gridCol w="1121072">
                  <a:extLst>
                    <a:ext uri="{9D8B030D-6E8A-4147-A177-3AD203B41FA5}">
                      <a16:colId xmlns:a16="http://schemas.microsoft.com/office/drawing/2014/main" val="431160764"/>
                    </a:ext>
                  </a:extLst>
                </a:gridCol>
                <a:gridCol w="1121072">
                  <a:extLst>
                    <a:ext uri="{9D8B030D-6E8A-4147-A177-3AD203B41FA5}">
                      <a16:colId xmlns:a16="http://schemas.microsoft.com/office/drawing/2014/main" val="31772854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000" dirty="0">
                          <a:latin typeface="Lato" panose="020F0502020204030203" pitchFamily="34" charset="77"/>
                        </a:rPr>
                        <a:t>Channel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latin typeface="Lato" panose="020F0502020204030203" pitchFamily="34" charset="77"/>
                        </a:rPr>
                        <a:t>Key Visual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latin typeface="Lato" panose="020F0502020204030203" pitchFamily="34" charset="77"/>
                        </a:rPr>
                        <a:t>Concept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latin typeface="Lato" panose="020F0502020204030203" pitchFamily="34" charset="77"/>
                        </a:rPr>
                        <a:t>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latin typeface="Lato" panose="020F0502020204030203" pitchFamily="34" charset="77"/>
                        </a:rPr>
                        <a:t>Variation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 err="1">
                          <a:latin typeface="Lato" panose="020F0502020204030203" pitchFamily="34" charset="77"/>
                        </a:rPr>
                        <a:t>Markets</a:t>
                      </a:r>
                      <a:endParaRPr lang="de-DE" sz="1000" dirty="0">
                        <a:latin typeface="Lato" panose="020F050202020403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latin typeface="Lato" panose="020F0502020204030203" pitchFamily="34" charset="77"/>
                        </a:rPr>
                        <a:t>Total # Assets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2737260"/>
                  </a:ext>
                </a:extLst>
              </a:tr>
              <a:tr h="179988">
                <a:tc>
                  <a:txBody>
                    <a:bodyPr/>
                    <a:lstStyle/>
                    <a:p>
                      <a:endParaRPr lang="de-DE" sz="1000" b="1" i="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accent1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solidFill>
                          <a:schemeClr val="tx1"/>
                        </a:solidFill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accent1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solidFill>
                            <a:schemeClr val="tx1"/>
                          </a:solidFill>
                          <a:latin typeface="Lato" panose="020F0502020204030203" pitchFamily="34" charset="77"/>
                        </a:rPr>
                        <a:t>1</a:t>
                      </a:r>
                    </a:p>
                  </a:txBody>
                  <a:tcPr anchor="ctr">
                    <a:solidFill>
                      <a:schemeClr val="accent1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accent1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accent1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accent1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accent1"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1711132"/>
                  </a:ext>
                </a:extLst>
              </a:tr>
              <a:tr h="179988">
                <a:tc>
                  <a:txBody>
                    <a:bodyPr/>
                    <a:lstStyle/>
                    <a:p>
                      <a:r>
                        <a:rPr lang="de-DE" sz="1000" b="1" i="0" dirty="0">
                          <a:latin typeface="Lato" panose="020F0502020204030203" pitchFamily="34" charset="77"/>
                        </a:rPr>
                        <a:t>Online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solidFill>
                          <a:schemeClr val="tx1"/>
                        </a:solidFill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solidFill>
                          <a:schemeClr val="tx1"/>
                        </a:solidFill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2324594"/>
                  </a:ext>
                </a:extLst>
              </a:tr>
              <a:tr h="224180">
                <a:tc>
                  <a:txBody>
                    <a:bodyPr/>
                    <a:lstStyle/>
                    <a:p>
                      <a:r>
                        <a:rPr lang="de-DE" sz="1000" dirty="0">
                          <a:latin typeface="Lato" panose="020F0502020204030203" pitchFamily="34" charset="77"/>
                        </a:rPr>
                        <a:t>Display</a:t>
                      </a: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767597"/>
                  </a:ext>
                </a:extLst>
              </a:tr>
              <a:tr h="268372">
                <a:tc>
                  <a:txBody>
                    <a:bodyPr/>
                    <a:lstStyle/>
                    <a:p>
                      <a:r>
                        <a:rPr lang="de-DE" sz="1000" dirty="0">
                          <a:latin typeface="Lato" panose="020F0502020204030203" pitchFamily="34" charset="77"/>
                        </a:rPr>
                        <a:t>Paid </a:t>
                      </a:r>
                      <a:r>
                        <a:rPr lang="de-DE" sz="1000" dirty="0" err="1">
                          <a:latin typeface="Lato" panose="020F0502020204030203" pitchFamily="34" charset="77"/>
                        </a:rPr>
                        <a:t>Social</a:t>
                      </a:r>
                      <a:endParaRPr lang="de-DE" sz="100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75106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r>
                        <a:rPr lang="de-DE" sz="1000" dirty="0">
                          <a:latin typeface="Lato" panose="020F0502020204030203" pitchFamily="34" charset="77"/>
                        </a:rPr>
                        <a:t>Leads</a:t>
                      </a: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latin typeface="Lato" panose="020F0502020204030203" pitchFamily="34" charset="77"/>
                        </a:rPr>
                        <a:t>1</a:t>
                      </a: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latin typeface="Lato" panose="020F0502020204030203" pitchFamily="34" charset="77"/>
                        </a:rPr>
                        <a:t>2</a:t>
                      </a: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latin typeface="Lato" panose="020F0502020204030203" pitchFamily="34" charset="77"/>
                        </a:rPr>
                        <a:t>1</a:t>
                      </a: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latin typeface="Lato" panose="020F0502020204030203" pitchFamily="34" charset="77"/>
                        </a:rPr>
                        <a:t>3</a:t>
                      </a: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latin typeface="Lato" panose="020F0502020204030203" pitchFamily="34" charset="77"/>
                        </a:rPr>
                        <a:t>6</a:t>
                      </a: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418693"/>
                  </a:ext>
                </a:extLst>
              </a:tr>
              <a:tr h="260216">
                <a:tc>
                  <a:txBody>
                    <a:bodyPr/>
                    <a:lstStyle/>
                    <a:p>
                      <a:r>
                        <a:rPr lang="de-DE" sz="1000" dirty="0">
                          <a:latin typeface="Lato" panose="020F0502020204030203" pitchFamily="34" charset="77"/>
                        </a:rPr>
                        <a:t>App</a:t>
                      </a: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36641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r>
                        <a:rPr lang="de-DE" sz="1000" dirty="0">
                          <a:latin typeface="Lato" panose="020F0502020204030203" pitchFamily="34" charset="77"/>
                        </a:rPr>
                        <a:t>Other</a:t>
                      </a: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033030"/>
                  </a:ext>
                </a:extLst>
              </a:tr>
              <a:tr h="133216">
                <a:tc>
                  <a:txBody>
                    <a:bodyPr/>
                    <a:lstStyle/>
                    <a:p>
                      <a:r>
                        <a:rPr lang="de-DE" sz="1000" b="1" dirty="0">
                          <a:latin typeface="Lato" panose="020F0502020204030203" pitchFamily="34" charset="77"/>
                        </a:rPr>
                        <a:t>Offline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031032"/>
                  </a:ext>
                </a:extLst>
              </a:tr>
              <a:tr h="232400">
                <a:tc>
                  <a:txBody>
                    <a:bodyPr/>
                    <a:lstStyle/>
                    <a:p>
                      <a:r>
                        <a:rPr lang="de-DE" sz="1000" dirty="0">
                          <a:latin typeface="Lato" panose="020F0502020204030203" pitchFamily="34" charset="77"/>
                        </a:rPr>
                        <a:t>Paid Inserts Print</a:t>
                      </a: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19022"/>
                  </a:ext>
                </a:extLst>
              </a:tr>
              <a:tr h="204584">
                <a:tc>
                  <a:txBody>
                    <a:bodyPr/>
                    <a:lstStyle/>
                    <a:p>
                      <a:r>
                        <a:rPr lang="de-DE" sz="1000" dirty="0" err="1">
                          <a:latin typeface="Lato" panose="020F0502020204030203" pitchFamily="34" charset="77"/>
                        </a:rPr>
                        <a:t>Freebie</a:t>
                      </a:r>
                      <a:r>
                        <a:rPr lang="de-DE" sz="1000" dirty="0">
                          <a:latin typeface="Lato" panose="020F0502020204030203" pitchFamily="34" charset="77"/>
                        </a:rPr>
                        <a:t> Print</a:t>
                      </a: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1682262"/>
                  </a:ext>
                </a:extLst>
              </a:tr>
              <a:tr h="248776">
                <a:tc>
                  <a:txBody>
                    <a:bodyPr/>
                    <a:lstStyle/>
                    <a:p>
                      <a:r>
                        <a:rPr lang="de-DE" sz="1000" dirty="0" err="1">
                          <a:latin typeface="Lato" panose="020F0502020204030203" pitchFamily="34" charset="77"/>
                        </a:rPr>
                        <a:t>Direct</a:t>
                      </a:r>
                      <a:r>
                        <a:rPr lang="de-DE" sz="1000" dirty="0">
                          <a:latin typeface="Lato" panose="020F0502020204030203" pitchFamily="34" charset="77"/>
                        </a:rPr>
                        <a:t> Mailing</a:t>
                      </a: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31098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r>
                        <a:rPr lang="de-DE" sz="1000" dirty="0">
                          <a:latin typeface="Lato" panose="020F0502020204030203" pitchFamily="34" charset="77"/>
                        </a:rPr>
                        <a:t>Partnerships</a:t>
                      </a: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5575317"/>
                  </a:ext>
                </a:extLst>
              </a:tr>
              <a:tr h="260216">
                <a:tc>
                  <a:txBody>
                    <a:bodyPr/>
                    <a:lstStyle/>
                    <a:p>
                      <a:r>
                        <a:rPr lang="de-DE" sz="1000" dirty="0">
                          <a:latin typeface="Lato" panose="020F0502020204030203" pitchFamily="34" charset="77"/>
                        </a:rPr>
                        <a:t>Other</a:t>
                      </a: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5539538"/>
                  </a:ext>
                </a:extLst>
              </a:tr>
              <a:tr h="240640">
                <a:tc>
                  <a:txBody>
                    <a:bodyPr/>
                    <a:lstStyle/>
                    <a:p>
                      <a:r>
                        <a:rPr lang="de-DE" sz="1000" b="1" dirty="0">
                          <a:latin typeface="Lato" panose="020F0502020204030203" pitchFamily="34" charset="77"/>
                        </a:rPr>
                        <a:t>TOTAL</a:t>
                      </a:r>
                    </a:p>
                  </a:txBody>
                  <a:tcPr anchor="ctr">
                    <a:solidFill>
                      <a:schemeClr val="accent2"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b="1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accent2"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b="1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accent2"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b="1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accent2"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b="1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accent2"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b="1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accent2"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b="1" dirty="0">
                          <a:latin typeface="Lato" panose="020F0502020204030203" pitchFamily="34" charset="77"/>
                        </a:rPr>
                        <a:t>1</a:t>
                      </a:r>
                    </a:p>
                  </a:txBody>
                  <a:tcPr anchor="ctr">
                    <a:solidFill>
                      <a:schemeClr val="accent2">
                        <a:alpha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8554199"/>
                  </a:ext>
                </a:extLst>
              </a:tr>
            </a:tbl>
          </a:graphicData>
        </a:graphic>
      </p:graphicFrame>
      <p:sp>
        <p:nvSpPr>
          <p:cNvPr id="22" name="Textplatzhalter 9">
            <a:extLst>
              <a:ext uri="{FF2B5EF4-FFF2-40B4-BE49-F238E27FC236}">
                <a16:creationId xmlns:a16="http://schemas.microsoft.com/office/drawing/2014/main" id="{8B4EDFD4-71B6-E9C0-26DA-497D69EA235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0530" y="991829"/>
            <a:ext cx="5761037" cy="277183"/>
          </a:xfrm>
        </p:spPr>
        <p:txBody>
          <a:bodyPr>
            <a:normAutofit/>
          </a:bodyPr>
          <a:lstStyle>
            <a:lvl1pPr marL="0" indent="0">
              <a:buNone/>
              <a:defRPr sz="1800" b="0" i="0" baseline="0">
                <a:solidFill>
                  <a:schemeClr val="accent1"/>
                </a:solidFill>
                <a:latin typeface="Lato Light" panose="020F0302020204030203" pitchFamily="34" charset="77"/>
              </a:defRPr>
            </a:lvl1pPr>
          </a:lstStyle>
          <a:p>
            <a:pPr lvl="0"/>
            <a:r>
              <a:rPr lang="de-DE" dirty="0"/>
              <a:t>Hier steht eine </a:t>
            </a:r>
            <a:r>
              <a:rPr lang="de-DE" dirty="0" err="1"/>
              <a:t>Subline</a:t>
            </a:r>
            <a:endParaRPr lang="de-DE" dirty="0"/>
          </a:p>
        </p:txBody>
      </p:sp>
      <p:sp>
        <p:nvSpPr>
          <p:cNvPr id="25" name="Textplatzhalter 9">
            <a:extLst>
              <a:ext uri="{FF2B5EF4-FFF2-40B4-BE49-F238E27FC236}">
                <a16:creationId xmlns:a16="http://schemas.microsoft.com/office/drawing/2014/main" id="{9A842742-57DD-1D7B-BE9E-BDE4A7A11D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225582" y="3433259"/>
            <a:ext cx="2519709" cy="867360"/>
          </a:xfrm>
        </p:spPr>
        <p:txBody>
          <a:bodyPr>
            <a:normAutofit/>
          </a:bodyPr>
          <a:lstStyle>
            <a:lvl1pPr marL="171450" indent="-171450">
              <a:lnSpc>
                <a:spcPts val="1500"/>
              </a:lnSpc>
              <a:buFont typeface="Arial" panose="020B0604020202020204" pitchFamily="34" charset="0"/>
              <a:buChar char="•"/>
              <a:defRPr sz="1200" b="0" i="0" baseline="0"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Inhalt 01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de-DE" dirty="0"/>
              <a:t>Inhalt 02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de-DE" dirty="0"/>
              <a:t>Inhalt 03</a:t>
            </a:r>
          </a:p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67117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46">
          <p15:clr>
            <a:srgbClr val="FBAE40"/>
          </p15:clr>
        </p15:guide>
        <p15:guide id="4" orient="horz" pos="3748">
          <p15:clr>
            <a:srgbClr val="FBAE40"/>
          </p15:clr>
        </p15:guide>
        <p15:guide id="5" pos="211">
          <p15:clr>
            <a:srgbClr val="FBAE40"/>
          </p15:clr>
        </p15:guide>
        <p15:guide id="6" pos="7469">
          <p15:clr>
            <a:srgbClr val="FBAE40"/>
          </p15:clr>
        </p15:guide>
        <p15:guide id="7" pos="2026">
          <p15:clr>
            <a:srgbClr val="FBAE40"/>
          </p15:clr>
        </p15:guide>
        <p15:guide id="10" pos="5654">
          <p15:clr>
            <a:srgbClr val="FBAE40"/>
          </p15:clr>
        </p15:guide>
        <p15:guide id="11" pos="89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eitlicher Ablau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7D91B2C-D9D9-E6A9-F27D-BC27383141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0000" y="6300000"/>
            <a:ext cx="1056050" cy="365125"/>
          </a:xfrm>
        </p:spPr>
        <p:txBody>
          <a:bodyPr/>
          <a:lstStyle>
            <a:lvl1pPr>
              <a:defRPr sz="1000" baseline="0">
                <a:latin typeface="Lato Light" panose="020F0302020204030203" pitchFamily="34" charset="77"/>
              </a:defRPr>
            </a:lvl1pPr>
          </a:lstStyle>
          <a:p>
            <a:r>
              <a:rPr lang="de-DE"/>
              <a:t>19.03.2025 </a:t>
            </a:r>
            <a:endParaRPr lang="de-DE" dirty="0"/>
          </a:p>
        </p:txBody>
      </p:sp>
      <p:sp>
        <p:nvSpPr>
          <p:cNvPr id="19" name="Fußzeilenplatzhalter 2">
            <a:extLst>
              <a:ext uri="{FF2B5EF4-FFF2-40B4-BE49-F238E27FC236}">
                <a16:creationId xmlns:a16="http://schemas.microsoft.com/office/drawing/2014/main" id="{C4748094-89F8-C934-83C9-4274BDFD9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3402" y="6300000"/>
            <a:ext cx="4114800" cy="365125"/>
          </a:xfrm>
        </p:spPr>
        <p:txBody>
          <a:bodyPr/>
          <a:lstStyle>
            <a:lvl1pPr algn="l">
              <a:defRPr sz="1000" baseline="0">
                <a:latin typeface="Lato Light" panose="020F0302020204030203" pitchFamily="34" charset="77"/>
              </a:defRPr>
            </a:lvl1pPr>
          </a:lstStyle>
          <a:p>
            <a:endParaRPr lang="de-DE" dirty="0"/>
          </a:p>
        </p:txBody>
      </p:sp>
      <p:sp>
        <p:nvSpPr>
          <p:cNvPr id="20" name="Foliennummernplatzhalter 3">
            <a:extLst>
              <a:ext uri="{FF2B5EF4-FFF2-40B4-BE49-F238E27FC236}">
                <a16:creationId xmlns:a16="http://schemas.microsoft.com/office/drawing/2014/main" id="{7FE52EB4-BEE1-C492-A793-4AD7CCE74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7" y="6300000"/>
            <a:ext cx="2743200" cy="365125"/>
          </a:xfrm>
        </p:spPr>
        <p:txBody>
          <a:bodyPr/>
          <a:lstStyle>
            <a:lvl1pPr>
              <a:defRPr sz="1000" baseline="0">
                <a:latin typeface="Lato Light" panose="020F0302020204030203" pitchFamily="34" charset="77"/>
              </a:defRPr>
            </a:lvl1pPr>
          </a:lstStyle>
          <a:p>
            <a:fld id="{6BD12C19-85BE-2A43-B080-F7060291DC2F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3" name="Grafik 2" descr="Ein Bild, das Schrift, Grafiken, Logo, Grafikdesign enthält.&#10;&#10;Automatisch generierte Beschreibung">
            <a:extLst>
              <a:ext uri="{FF2B5EF4-FFF2-40B4-BE49-F238E27FC236}">
                <a16:creationId xmlns:a16="http://schemas.microsoft.com/office/drawing/2014/main" id="{119E02A3-7027-93CB-F3D6-3FD8148E5A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33267" y="549709"/>
            <a:ext cx="1123771" cy="503461"/>
          </a:xfrm>
          <a:prstGeom prst="rect">
            <a:avLst/>
          </a:prstGeom>
        </p:spPr>
      </p:pic>
      <p:sp>
        <p:nvSpPr>
          <p:cNvPr id="5" name="Textplatzhalter 9">
            <a:extLst>
              <a:ext uri="{FF2B5EF4-FFF2-40B4-BE49-F238E27FC236}">
                <a16:creationId xmlns:a16="http://schemas.microsoft.com/office/drawing/2014/main" id="{7F03C760-079D-99B7-5D6A-7566FFE202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530" y="549709"/>
            <a:ext cx="5761037" cy="503238"/>
          </a:xfrm>
        </p:spPr>
        <p:txBody>
          <a:bodyPr>
            <a:noAutofit/>
          </a:bodyPr>
          <a:lstStyle>
            <a:lvl1pPr marL="0" indent="0">
              <a:buNone/>
              <a:defRPr sz="3200" b="1" i="0" baseline="0">
                <a:solidFill>
                  <a:schemeClr val="accent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HEADLINE IN VERSALIEN</a:t>
            </a:r>
          </a:p>
        </p:txBody>
      </p:sp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7D7D46E0-1E0B-6C09-F7AF-F513B2EB92A8}"/>
              </a:ext>
            </a:extLst>
          </p:cNvPr>
          <p:cNvCxnSpPr>
            <a:cxnSpLocks/>
            <a:stCxn id="53" idx="2"/>
          </p:cNvCxnSpPr>
          <p:nvPr userDrawn="1"/>
        </p:nvCxnSpPr>
        <p:spPr>
          <a:xfrm>
            <a:off x="2744579" y="3428999"/>
            <a:ext cx="7671901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feld 20">
            <a:extLst>
              <a:ext uri="{FF2B5EF4-FFF2-40B4-BE49-F238E27FC236}">
                <a16:creationId xmlns:a16="http://schemas.microsoft.com/office/drawing/2014/main" id="{F93B6E09-1A59-4988-97DF-FAD3FE5DEC61}"/>
              </a:ext>
            </a:extLst>
          </p:cNvPr>
          <p:cNvSpPr txBox="1"/>
          <p:nvPr userDrawn="1"/>
        </p:nvSpPr>
        <p:spPr>
          <a:xfrm>
            <a:off x="334963" y="3677726"/>
            <a:ext cx="1081087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i="0" baseline="0" dirty="0">
                <a:latin typeface="Lato" panose="020F0502020204030203" pitchFamily="34" charset="77"/>
              </a:rPr>
              <a:t>CMC</a:t>
            </a:r>
          </a:p>
        </p:txBody>
      </p:sp>
      <p:sp>
        <p:nvSpPr>
          <p:cNvPr id="22" name="Textplatzhalter 9">
            <a:extLst>
              <a:ext uri="{FF2B5EF4-FFF2-40B4-BE49-F238E27FC236}">
                <a16:creationId xmlns:a16="http://schemas.microsoft.com/office/drawing/2014/main" id="{6A37E9B7-497A-F82B-E502-6E703E7F421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2934056"/>
            <a:ext cx="1448439" cy="246218"/>
          </a:xfrm>
        </p:spPr>
        <p:txBody>
          <a:bodyPr>
            <a:noAutofit/>
          </a:bodyPr>
          <a:lstStyle>
            <a:lvl1pPr marL="0" indent="0">
              <a:buNone/>
              <a:defRPr sz="1000" b="1" i="0" baseline="0">
                <a:solidFill>
                  <a:srgbClr val="FF0000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[ADVERTISER]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78CCCE8-C3B4-8CB5-07F0-B4DE0029D7A3}"/>
              </a:ext>
            </a:extLst>
          </p:cNvPr>
          <p:cNvSpPr/>
          <p:nvPr userDrawn="1"/>
        </p:nvSpPr>
        <p:spPr>
          <a:xfrm>
            <a:off x="3462333" y="3367447"/>
            <a:ext cx="123104" cy="1231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161B573-E47E-34FC-9B1B-C0D32F414E47}"/>
              </a:ext>
            </a:extLst>
          </p:cNvPr>
          <p:cNvSpPr/>
          <p:nvPr userDrawn="1"/>
        </p:nvSpPr>
        <p:spPr>
          <a:xfrm>
            <a:off x="3874773" y="3367447"/>
            <a:ext cx="123104" cy="12310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C444B38-C224-4A21-63D0-EC697722C459}"/>
              </a:ext>
            </a:extLst>
          </p:cNvPr>
          <p:cNvSpPr/>
          <p:nvPr userDrawn="1"/>
        </p:nvSpPr>
        <p:spPr>
          <a:xfrm>
            <a:off x="4599387" y="3367448"/>
            <a:ext cx="123104" cy="1231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88F4B32-9C75-79F1-718B-6F3F78342886}"/>
              </a:ext>
            </a:extLst>
          </p:cNvPr>
          <p:cNvSpPr/>
          <p:nvPr userDrawn="1"/>
        </p:nvSpPr>
        <p:spPr>
          <a:xfrm>
            <a:off x="5330605" y="3367447"/>
            <a:ext cx="123104" cy="12310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4CCDF195-2E6C-FE6F-27BE-131C96948F77}"/>
              </a:ext>
            </a:extLst>
          </p:cNvPr>
          <p:cNvSpPr txBox="1"/>
          <p:nvPr userDrawn="1"/>
        </p:nvSpPr>
        <p:spPr>
          <a:xfrm rot="-2700000">
            <a:off x="3718594" y="2421083"/>
            <a:ext cx="20162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aseline="0" dirty="0">
                <a:latin typeface="Lato Light" panose="020F0302020204030203" pitchFamily="34" charset="77"/>
              </a:rPr>
              <a:t>Daten- und Grafik Input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E0E4C6B9-0C62-800B-9055-5EC2C2169848}"/>
              </a:ext>
            </a:extLst>
          </p:cNvPr>
          <p:cNvSpPr txBox="1"/>
          <p:nvPr userDrawn="1"/>
        </p:nvSpPr>
        <p:spPr>
          <a:xfrm rot="-2700000">
            <a:off x="1756107" y="4100717"/>
            <a:ext cx="20162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000" b="1" i="0" baseline="0" dirty="0">
                <a:latin typeface="Lato" panose="020F0502020204030203" pitchFamily="34" charset="77"/>
              </a:rPr>
              <a:t>Kick-Off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7E50A6D6-7810-6025-7D40-9C485D25818B}"/>
              </a:ext>
            </a:extLst>
          </p:cNvPr>
          <p:cNvSpPr txBox="1"/>
          <p:nvPr userDrawn="1"/>
        </p:nvSpPr>
        <p:spPr>
          <a:xfrm rot="-2700000">
            <a:off x="5122388" y="2463539"/>
            <a:ext cx="20162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aseline="0" dirty="0">
                <a:latin typeface="Lato Light" panose="020F0302020204030203" pitchFamily="34" charset="77"/>
              </a:rPr>
              <a:t>Feedback z. Strategie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88B41D69-6229-4B55-2849-45EAE527B553}"/>
              </a:ext>
            </a:extLst>
          </p:cNvPr>
          <p:cNvSpPr txBox="1"/>
          <p:nvPr userDrawn="1"/>
        </p:nvSpPr>
        <p:spPr>
          <a:xfrm rot="-2700000">
            <a:off x="2923142" y="4023774"/>
            <a:ext cx="20162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000" baseline="0" dirty="0">
                <a:latin typeface="Lato Light" panose="020F0302020204030203" pitchFamily="34" charset="77"/>
              </a:rPr>
              <a:t>Kommunikations-</a:t>
            </a:r>
            <a:br>
              <a:rPr lang="de-DE" sz="1000" baseline="0" dirty="0">
                <a:latin typeface="Lato Light" panose="020F0302020204030203" pitchFamily="34" charset="77"/>
              </a:rPr>
            </a:br>
            <a:r>
              <a:rPr lang="de-DE" sz="1000" baseline="0" dirty="0" err="1">
                <a:latin typeface="Lato Light" panose="020F0302020204030203" pitchFamily="34" charset="77"/>
              </a:rPr>
              <a:t>strategie</a:t>
            </a:r>
            <a:endParaRPr lang="de-DE" sz="1000" baseline="0" dirty="0">
              <a:latin typeface="Lato Light" panose="020F0302020204030203" pitchFamily="34" charset="77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AC640C4-F19B-5683-2555-6125BB8FB316}"/>
              </a:ext>
            </a:extLst>
          </p:cNvPr>
          <p:cNvSpPr/>
          <p:nvPr userDrawn="1"/>
        </p:nvSpPr>
        <p:spPr>
          <a:xfrm>
            <a:off x="5642355" y="3367447"/>
            <a:ext cx="123104" cy="1231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6769A29C-F954-7440-BDAC-D47705471F6E}"/>
              </a:ext>
            </a:extLst>
          </p:cNvPr>
          <p:cNvSpPr txBox="1"/>
          <p:nvPr userDrawn="1"/>
        </p:nvSpPr>
        <p:spPr>
          <a:xfrm rot="-2700000">
            <a:off x="3960850" y="4100718"/>
            <a:ext cx="20162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000" baseline="0" dirty="0">
                <a:latin typeface="Lato Light" panose="020F0302020204030203" pitchFamily="34" charset="77"/>
              </a:rPr>
              <a:t>Feedbackumsetzung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543FA4D-CBEE-4BAE-ADA3-36692B789388}"/>
              </a:ext>
            </a:extLst>
          </p:cNvPr>
          <p:cNvSpPr/>
          <p:nvPr userDrawn="1"/>
        </p:nvSpPr>
        <p:spPr>
          <a:xfrm>
            <a:off x="6408526" y="3367448"/>
            <a:ext cx="123104" cy="12310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6DD4536A-692F-5CD7-EC16-49DFE17F20E0}"/>
              </a:ext>
            </a:extLst>
          </p:cNvPr>
          <p:cNvSpPr txBox="1"/>
          <p:nvPr userDrawn="1"/>
        </p:nvSpPr>
        <p:spPr>
          <a:xfrm rot="-2700000">
            <a:off x="6221393" y="2386597"/>
            <a:ext cx="20162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aseline="0" dirty="0">
                <a:latin typeface="Lato Light" panose="020F0302020204030203" pitchFamily="34" charset="77"/>
              </a:rPr>
              <a:t>Entscheidung</a:t>
            </a:r>
            <a:br>
              <a:rPr lang="de-DE" sz="1000" baseline="0" dirty="0">
                <a:latin typeface="Lato Light" panose="020F0302020204030203" pitchFamily="34" charset="77"/>
              </a:rPr>
            </a:br>
            <a:r>
              <a:rPr lang="de-DE" sz="1000" baseline="0" dirty="0">
                <a:latin typeface="Lato Light" panose="020F0302020204030203" pitchFamily="34" charset="77"/>
              </a:rPr>
              <a:t> finaler Entwurf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7B662E9-A6BD-6201-B905-4149B45F1690}"/>
              </a:ext>
            </a:extLst>
          </p:cNvPr>
          <p:cNvSpPr/>
          <p:nvPr userDrawn="1"/>
        </p:nvSpPr>
        <p:spPr>
          <a:xfrm>
            <a:off x="6769244" y="3367448"/>
            <a:ext cx="123104" cy="1231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0E4E1C7A-47A0-78C4-C06F-4265BF535AA3}"/>
              </a:ext>
            </a:extLst>
          </p:cNvPr>
          <p:cNvSpPr txBox="1"/>
          <p:nvPr userDrawn="1"/>
        </p:nvSpPr>
        <p:spPr>
          <a:xfrm rot="-2700000">
            <a:off x="5069951" y="4023775"/>
            <a:ext cx="20162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000" baseline="0" dirty="0">
                <a:latin typeface="Lato Light" panose="020F0302020204030203" pitchFamily="34" charset="77"/>
              </a:rPr>
              <a:t>Reinzeichnung und</a:t>
            </a:r>
            <a:br>
              <a:rPr lang="de-DE" sz="1000" baseline="0" dirty="0">
                <a:latin typeface="Lato Light" panose="020F0302020204030203" pitchFamily="34" charset="77"/>
              </a:rPr>
            </a:br>
            <a:r>
              <a:rPr lang="de-DE" sz="1000" baseline="0" dirty="0">
                <a:latin typeface="Lato Light" panose="020F0302020204030203" pitchFamily="34" charset="77"/>
              </a:rPr>
              <a:t>Lektorat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8AC3490-1BDB-2A59-07C3-2DFC698B76E1}"/>
              </a:ext>
            </a:extLst>
          </p:cNvPr>
          <p:cNvSpPr/>
          <p:nvPr userDrawn="1"/>
        </p:nvSpPr>
        <p:spPr>
          <a:xfrm>
            <a:off x="7475144" y="3367447"/>
            <a:ext cx="123104" cy="12310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E4AA6CEB-175C-D309-889B-941B756E3BEB}"/>
              </a:ext>
            </a:extLst>
          </p:cNvPr>
          <p:cNvSpPr txBox="1"/>
          <p:nvPr userDrawn="1"/>
        </p:nvSpPr>
        <p:spPr>
          <a:xfrm rot="-2700000">
            <a:off x="7288011" y="2463540"/>
            <a:ext cx="20162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i="0" baseline="0" dirty="0">
                <a:latin typeface="Lato" panose="020F0502020204030203" pitchFamily="34" charset="77"/>
              </a:rPr>
              <a:t>Freigabe Reinzeichnung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F117909A-33DF-FA5D-26F8-5BCE6041E7C3}"/>
              </a:ext>
            </a:extLst>
          </p:cNvPr>
          <p:cNvSpPr/>
          <p:nvPr userDrawn="1"/>
        </p:nvSpPr>
        <p:spPr>
          <a:xfrm>
            <a:off x="7809848" y="3367448"/>
            <a:ext cx="123104" cy="1231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569FE0C2-8BD0-147C-1906-89BB189E8783}"/>
              </a:ext>
            </a:extLst>
          </p:cNvPr>
          <p:cNvSpPr txBox="1"/>
          <p:nvPr userDrawn="1"/>
        </p:nvSpPr>
        <p:spPr>
          <a:xfrm rot="-2700000">
            <a:off x="6081722" y="4100719"/>
            <a:ext cx="20162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000" baseline="0" dirty="0">
                <a:latin typeface="Lato Light" panose="020F0302020204030203" pitchFamily="34" charset="77"/>
              </a:rPr>
              <a:t>Erstellung Druckdaten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3335CB50-FA75-905D-3CC3-6F3B4A15F31A}"/>
              </a:ext>
            </a:extLst>
          </p:cNvPr>
          <p:cNvSpPr/>
          <p:nvPr userDrawn="1"/>
        </p:nvSpPr>
        <p:spPr>
          <a:xfrm>
            <a:off x="8203451" y="3367447"/>
            <a:ext cx="123104" cy="12310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F2E907AD-5A8B-038C-F2CF-AA38786192FD}"/>
              </a:ext>
            </a:extLst>
          </p:cNvPr>
          <p:cNvSpPr txBox="1"/>
          <p:nvPr userDrawn="1"/>
        </p:nvSpPr>
        <p:spPr>
          <a:xfrm rot="-2700000">
            <a:off x="8016318" y="2386596"/>
            <a:ext cx="20162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i="0" baseline="0" dirty="0">
                <a:latin typeface="Lato" panose="020F0502020204030203" pitchFamily="34" charset="77"/>
              </a:rPr>
              <a:t>Freigabe Finaler Entwurf</a:t>
            </a:r>
            <a:br>
              <a:rPr lang="de-DE" sz="1000" b="1" i="0" baseline="0" dirty="0">
                <a:latin typeface="Lato" panose="020F0502020204030203" pitchFamily="34" charset="77"/>
              </a:rPr>
            </a:br>
            <a:r>
              <a:rPr lang="de-DE" sz="1000" b="1" i="0" baseline="0" dirty="0">
                <a:latin typeface="Lato" panose="020F0502020204030203" pitchFamily="34" charset="77"/>
              </a:rPr>
              <a:t>und Personalisierungen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A92772D-0F2E-E89F-9A85-10D5BD3FB06E}"/>
              </a:ext>
            </a:extLst>
          </p:cNvPr>
          <p:cNvSpPr/>
          <p:nvPr userDrawn="1"/>
        </p:nvSpPr>
        <p:spPr>
          <a:xfrm>
            <a:off x="8544624" y="3367448"/>
            <a:ext cx="123104" cy="1231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6D5734CF-4C30-44A7-76AC-88168CF04220}"/>
              </a:ext>
            </a:extLst>
          </p:cNvPr>
          <p:cNvSpPr txBox="1"/>
          <p:nvPr userDrawn="1"/>
        </p:nvSpPr>
        <p:spPr>
          <a:xfrm rot="-2700000">
            <a:off x="6816498" y="4100719"/>
            <a:ext cx="20162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000" baseline="0" dirty="0">
                <a:latin typeface="Lato Light" panose="020F0302020204030203" pitchFamily="34" charset="77"/>
              </a:rPr>
              <a:t>Produktion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298F9FF-BBC2-98C0-A703-36630266E8A3}"/>
              </a:ext>
            </a:extLst>
          </p:cNvPr>
          <p:cNvSpPr/>
          <p:nvPr userDrawn="1"/>
        </p:nvSpPr>
        <p:spPr>
          <a:xfrm>
            <a:off x="9248908" y="3367448"/>
            <a:ext cx="123104" cy="1231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6BB4676B-C5C6-4C82-B4A0-E09B29CB10F2}"/>
              </a:ext>
            </a:extLst>
          </p:cNvPr>
          <p:cNvSpPr txBox="1"/>
          <p:nvPr userDrawn="1"/>
        </p:nvSpPr>
        <p:spPr>
          <a:xfrm rot="-2700000">
            <a:off x="7520782" y="4100719"/>
            <a:ext cx="20162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000" b="1" i="0" baseline="0" dirty="0">
                <a:latin typeface="Lato" panose="020F0502020204030203" pitchFamily="34" charset="77"/>
              </a:rPr>
              <a:t>PAL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795B6B8B-718E-3543-5F10-606419585EDF}"/>
              </a:ext>
            </a:extLst>
          </p:cNvPr>
          <p:cNvSpPr/>
          <p:nvPr userDrawn="1"/>
        </p:nvSpPr>
        <p:spPr>
          <a:xfrm>
            <a:off x="9644664" y="3367448"/>
            <a:ext cx="123104" cy="1231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1D05479A-9245-AD46-C902-115790AB0D47}"/>
              </a:ext>
            </a:extLst>
          </p:cNvPr>
          <p:cNvSpPr txBox="1"/>
          <p:nvPr userDrawn="1"/>
        </p:nvSpPr>
        <p:spPr>
          <a:xfrm rot="-2700000">
            <a:off x="7916538" y="4100719"/>
            <a:ext cx="20162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000" baseline="0" dirty="0">
                <a:latin typeface="Lato Light" panose="020F0302020204030203" pitchFamily="34" charset="77"/>
              </a:rPr>
              <a:t>Rechnung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4C2020FA-7703-6A57-5888-503DD4BB4E60}"/>
              </a:ext>
            </a:extLst>
          </p:cNvPr>
          <p:cNvSpPr/>
          <p:nvPr userDrawn="1"/>
        </p:nvSpPr>
        <p:spPr>
          <a:xfrm>
            <a:off x="10005580" y="3367448"/>
            <a:ext cx="123104" cy="1231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8923DB19-20B8-67B4-554D-8D6702F01C82}"/>
              </a:ext>
            </a:extLst>
          </p:cNvPr>
          <p:cNvSpPr txBox="1"/>
          <p:nvPr userDrawn="1"/>
        </p:nvSpPr>
        <p:spPr>
          <a:xfrm rot="-2700000">
            <a:off x="8277454" y="4100719"/>
            <a:ext cx="20162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000" baseline="0" dirty="0">
                <a:latin typeface="Lato Light" panose="020F0302020204030203" pitchFamily="34" charset="77"/>
              </a:rPr>
              <a:t>Belegexemplare</a:t>
            </a: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86A12675-4980-FFE4-09B5-209883FF06A2}"/>
              </a:ext>
            </a:extLst>
          </p:cNvPr>
          <p:cNvSpPr txBox="1"/>
          <p:nvPr userDrawn="1"/>
        </p:nvSpPr>
        <p:spPr>
          <a:xfrm rot="-2700000">
            <a:off x="9860425" y="2463539"/>
            <a:ext cx="20162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aseline="0" dirty="0">
                <a:latin typeface="Lato Light" panose="020F0302020204030203" pitchFamily="34" charset="77"/>
              </a:rPr>
              <a:t>Belegexemplare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F5C3C7C7-1D45-227F-A63B-91FE2518DB7F}"/>
              </a:ext>
            </a:extLst>
          </p:cNvPr>
          <p:cNvSpPr/>
          <p:nvPr userDrawn="1"/>
        </p:nvSpPr>
        <p:spPr>
          <a:xfrm>
            <a:off x="2744579" y="3367447"/>
            <a:ext cx="123104" cy="123104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FB1F3079-0725-1169-86D5-9A0D4A2BE8EF}"/>
              </a:ext>
            </a:extLst>
          </p:cNvPr>
          <p:cNvSpPr txBox="1"/>
          <p:nvPr userDrawn="1"/>
        </p:nvSpPr>
        <p:spPr>
          <a:xfrm rot="-2700000">
            <a:off x="1038353" y="4100717"/>
            <a:ext cx="20162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000" b="0" i="0" baseline="0" dirty="0">
                <a:latin typeface="Lato Light" panose="020F0302020204030203" pitchFamily="34" charset="77"/>
              </a:rPr>
              <a:t>Account Management</a:t>
            </a:r>
          </a:p>
        </p:txBody>
      </p:sp>
      <p:sp>
        <p:nvSpPr>
          <p:cNvPr id="4" name="Textplatzhalter 9">
            <a:extLst>
              <a:ext uri="{FF2B5EF4-FFF2-40B4-BE49-F238E27FC236}">
                <a16:creationId xmlns:a16="http://schemas.microsoft.com/office/drawing/2014/main" id="{406EC69C-FE69-40E3-2A59-7FBE88AC1B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0530" y="991829"/>
            <a:ext cx="5761037" cy="277183"/>
          </a:xfrm>
        </p:spPr>
        <p:txBody>
          <a:bodyPr>
            <a:normAutofit/>
          </a:bodyPr>
          <a:lstStyle>
            <a:lvl1pPr marL="0" indent="0">
              <a:buNone/>
              <a:defRPr sz="1800" b="0" i="0" baseline="0">
                <a:solidFill>
                  <a:schemeClr val="accent1"/>
                </a:solidFill>
                <a:latin typeface="Lato Light" panose="020F0302020204030203" pitchFamily="34" charset="77"/>
              </a:defRPr>
            </a:lvl1pPr>
          </a:lstStyle>
          <a:p>
            <a:pPr lvl="0"/>
            <a:r>
              <a:rPr lang="de-DE" dirty="0"/>
              <a:t>Hier steht eine </a:t>
            </a:r>
            <a:r>
              <a:rPr lang="de-DE" dirty="0" err="1"/>
              <a:t>Subline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086846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46">
          <p15:clr>
            <a:srgbClr val="FBAE40"/>
          </p15:clr>
        </p15:guide>
        <p15:guide id="4" orient="horz" pos="3748">
          <p15:clr>
            <a:srgbClr val="FBAE40"/>
          </p15:clr>
        </p15:guide>
        <p15:guide id="5" pos="211">
          <p15:clr>
            <a:srgbClr val="FBAE40"/>
          </p15:clr>
        </p15:guide>
        <p15:guide id="6" pos="7469">
          <p15:clr>
            <a:srgbClr val="FBAE40"/>
          </p15:clr>
        </p15:guide>
        <p15:guide id="7" pos="2026">
          <p15:clr>
            <a:srgbClr val="FBAE40"/>
          </p15:clr>
        </p15:guide>
        <p15:guide id="10" pos="5654">
          <p15:clr>
            <a:srgbClr val="FBAE40"/>
          </p15:clr>
        </p15:guide>
        <p15:guide id="11" pos="892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ing-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7D91B2C-D9D9-E6A9-F27D-BC27383141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0000" y="6300000"/>
            <a:ext cx="1056050" cy="365125"/>
          </a:xfrm>
        </p:spPr>
        <p:txBody>
          <a:bodyPr/>
          <a:lstStyle>
            <a:lvl1pPr>
              <a:defRPr sz="1000" baseline="0">
                <a:latin typeface="Lato Light" panose="020F0302020204030203" pitchFamily="34" charset="77"/>
              </a:defRPr>
            </a:lvl1pPr>
          </a:lstStyle>
          <a:p>
            <a:r>
              <a:rPr lang="de-DE"/>
              <a:t>19.03.2025 </a:t>
            </a:r>
            <a:endParaRPr lang="de-DE" dirty="0"/>
          </a:p>
        </p:txBody>
      </p:sp>
      <p:sp>
        <p:nvSpPr>
          <p:cNvPr id="19" name="Fußzeilenplatzhalter 2">
            <a:extLst>
              <a:ext uri="{FF2B5EF4-FFF2-40B4-BE49-F238E27FC236}">
                <a16:creationId xmlns:a16="http://schemas.microsoft.com/office/drawing/2014/main" id="{C4748094-89F8-C934-83C9-4274BDFD9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3402" y="6300000"/>
            <a:ext cx="4114800" cy="365125"/>
          </a:xfrm>
        </p:spPr>
        <p:txBody>
          <a:bodyPr/>
          <a:lstStyle>
            <a:lvl1pPr algn="l">
              <a:defRPr sz="1000" baseline="0">
                <a:latin typeface="Lato Light" panose="020F0302020204030203" pitchFamily="34" charset="77"/>
              </a:defRPr>
            </a:lvl1pPr>
          </a:lstStyle>
          <a:p>
            <a:endParaRPr lang="de-DE" dirty="0"/>
          </a:p>
        </p:txBody>
      </p:sp>
      <p:sp>
        <p:nvSpPr>
          <p:cNvPr id="20" name="Foliennummernplatzhalter 3">
            <a:extLst>
              <a:ext uri="{FF2B5EF4-FFF2-40B4-BE49-F238E27FC236}">
                <a16:creationId xmlns:a16="http://schemas.microsoft.com/office/drawing/2014/main" id="{7FE52EB4-BEE1-C492-A793-4AD7CCE74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7" y="6300000"/>
            <a:ext cx="2743200" cy="365125"/>
          </a:xfrm>
        </p:spPr>
        <p:txBody>
          <a:bodyPr/>
          <a:lstStyle>
            <a:lvl1pPr>
              <a:defRPr sz="1000" baseline="0">
                <a:latin typeface="Lato Light" panose="020F0302020204030203" pitchFamily="34" charset="77"/>
              </a:defRPr>
            </a:lvl1pPr>
          </a:lstStyle>
          <a:p>
            <a:fld id="{6BD12C19-85BE-2A43-B080-F7060291DC2F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3" name="Grafik 2" descr="Ein Bild, das Schrift, Grafiken, Logo, Grafikdesign enthält.&#10;&#10;Automatisch generierte Beschreibung">
            <a:extLst>
              <a:ext uri="{FF2B5EF4-FFF2-40B4-BE49-F238E27FC236}">
                <a16:creationId xmlns:a16="http://schemas.microsoft.com/office/drawing/2014/main" id="{119E02A3-7027-93CB-F3D6-3FD8148E5A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33267" y="549709"/>
            <a:ext cx="1123771" cy="503461"/>
          </a:xfrm>
          <a:prstGeom prst="rect">
            <a:avLst/>
          </a:prstGeom>
        </p:spPr>
      </p:pic>
      <p:sp>
        <p:nvSpPr>
          <p:cNvPr id="5" name="Textplatzhalter 9">
            <a:extLst>
              <a:ext uri="{FF2B5EF4-FFF2-40B4-BE49-F238E27FC236}">
                <a16:creationId xmlns:a16="http://schemas.microsoft.com/office/drawing/2014/main" id="{7F03C760-079D-99B7-5D6A-7566FFE202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530" y="549709"/>
            <a:ext cx="5761037" cy="503238"/>
          </a:xfrm>
        </p:spPr>
        <p:txBody>
          <a:bodyPr>
            <a:noAutofit/>
          </a:bodyPr>
          <a:lstStyle>
            <a:lvl1pPr marL="0" indent="0">
              <a:buNone/>
              <a:defRPr sz="3200" b="1" i="0" baseline="0">
                <a:solidFill>
                  <a:schemeClr val="accent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KAMPAGEN TIMINGS</a:t>
            </a:r>
          </a:p>
        </p:txBody>
      </p:sp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85F1D919-942F-B72A-7C07-921238B80AE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43537214"/>
              </p:ext>
            </p:extLst>
          </p:nvPr>
        </p:nvGraphicFramePr>
        <p:xfrm>
          <a:off x="706628" y="2103130"/>
          <a:ext cx="7549612" cy="34861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7216">
                  <a:extLst>
                    <a:ext uri="{9D8B030D-6E8A-4147-A177-3AD203B41FA5}">
                      <a16:colId xmlns:a16="http://schemas.microsoft.com/office/drawing/2014/main" val="995347256"/>
                    </a:ext>
                  </a:extLst>
                </a:gridCol>
                <a:gridCol w="2032156">
                  <a:extLst>
                    <a:ext uri="{9D8B030D-6E8A-4147-A177-3AD203B41FA5}">
                      <a16:colId xmlns:a16="http://schemas.microsoft.com/office/drawing/2014/main" val="2679915524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3784126894"/>
                    </a:ext>
                  </a:extLst>
                </a:gridCol>
              </a:tblGrid>
              <a:tr h="452802">
                <a:tc>
                  <a:txBody>
                    <a:bodyPr/>
                    <a:lstStyle/>
                    <a:p>
                      <a:endParaRPr lang="de-DE" sz="1000" dirty="0">
                        <a:latin typeface="Lato" panose="020F050202020403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latin typeface="Lato" panose="020F0502020204030203" pitchFamily="34" charset="77"/>
                        </a:rPr>
                        <a:t>CMC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solidFill>
                            <a:srgbClr val="FF0000"/>
                          </a:solidFill>
                          <a:latin typeface="Lato" panose="020F0502020204030203" pitchFamily="34" charset="77"/>
                        </a:rPr>
                        <a:t>[ADVERTISER]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2737260"/>
                  </a:ext>
                </a:extLst>
              </a:tr>
              <a:tr h="297733">
                <a:tc>
                  <a:txBody>
                    <a:bodyPr/>
                    <a:lstStyle/>
                    <a:p>
                      <a:r>
                        <a:rPr lang="de-DE" sz="1000" b="0" i="0" dirty="0">
                          <a:latin typeface="Lato" panose="020F0502020204030203" pitchFamily="34" charset="77"/>
                        </a:rPr>
                        <a:t>Kick-Off</a:t>
                      </a:r>
                    </a:p>
                  </a:txBody>
                  <a:tcPr anchor="ctr">
                    <a:solidFill>
                      <a:schemeClr val="bg2">
                        <a:alpha val="78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sz="1000" b="0" i="0" dirty="0">
                          <a:latin typeface="Lato" panose="020F0502020204030203" pitchFamily="34" charset="77"/>
                        </a:rPr>
                        <a:t>TT.MM.JJJJ</a:t>
                      </a:r>
                    </a:p>
                  </a:txBody>
                  <a:tcPr anchor="ctr">
                    <a:solidFill>
                      <a:schemeClr val="bg2">
                        <a:alpha val="78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e-DE" sz="1000" b="0" i="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7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767597"/>
                  </a:ext>
                </a:extLst>
              </a:tr>
              <a:tr h="327687">
                <a:tc>
                  <a:txBody>
                    <a:bodyPr/>
                    <a:lstStyle/>
                    <a:p>
                      <a:r>
                        <a:rPr lang="de-DE" sz="1000" b="0" i="0" dirty="0">
                          <a:latin typeface="Lato" panose="020F0502020204030203" pitchFamily="34" charset="77"/>
                        </a:rPr>
                        <a:t>Input der Druckdaten</a:t>
                      </a: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b="0" i="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b="0" i="0" dirty="0">
                          <a:latin typeface="Lato" panose="020F0502020204030203" pitchFamily="34" charset="77"/>
                        </a:rPr>
                        <a:t>TT.MM.JJJJ</a:t>
                      </a: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751062"/>
                  </a:ext>
                </a:extLst>
              </a:tr>
              <a:tr h="297733">
                <a:tc>
                  <a:txBody>
                    <a:bodyPr/>
                    <a:lstStyle/>
                    <a:p>
                      <a:r>
                        <a:rPr lang="de-DE" sz="1000" b="0" i="0" dirty="0">
                          <a:latin typeface="Lato" panose="020F0502020204030203" pitchFamily="34" charset="77"/>
                        </a:rPr>
                        <a:t>Übergabe der Gutscheincodes</a:t>
                      </a:r>
                    </a:p>
                  </a:txBody>
                  <a:tcPr anchor="ctr">
                    <a:solidFill>
                      <a:schemeClr val="bg2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b="0" i="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b="0" i="0" dirty="0">
                          <a:latin typeface="Lato" panose="020F0502020204030203" pitchFamily="34" charset="77"/>
                        </a:rPr>
                        <a:t>TT.MM.JJJJ</a:t>
                      </a:r>
                    </a:p>
                  </a:txBody>
                  <a:tcPr anchor="ctr">
                    <a:solidFill>
                      <a:schemeClr val="bg2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418693"/>
                  </a:ext>
                </a:extLst>
              </a:tr>
              <a:tr h="317729">
                <a:tc>
                  <a:txBody>
                    <a:bodyPr/>
                    <a:lstStyle/>
                    <a:p>
                      <a:r>
                        <a:rPr lang="de-DE" sz="1000" b="0" i="0" dirty="0">
                          <a:latin typeface="Lato" panose="020F0502020204030203" pitchFamily="34" charset="77"/>
                        </a:rPr>
                        <a:t>Upload der Kundendaten</a:t>
                      </a: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b="0" i="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b="0" i="0" dirty="0">
                          <a:latin typeface="Lato" panose="020F0502020204030203" pitchFamily="34" charset="77"/>
                        </a:rPr>
                        <a:t>TT.MM.JJJJ</a:t>
                      </a: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366417"/>
                  </a:ext>
                </a:extLst>
              </a:tr>
              <a:tr h="297733">
                <a:tc>
                  <a:txBody>
                    <a:bodyPr/>
                    <a:lstStyle/>
                    <a:p>
                      <a:r>
                        <a:rPr lang="de-DE" sz="1000" b="0" i="0" dirty="0">
                          <a:latin typeface="Lato" panose="020F0502020204030203" pitchFamily="34" charset="77"/>
                        </a:rPr>
                        <a:t>Zwei Feedbackschleifen zum Druckentwurf </a:t>
                      </a:r>
                    </a:p>
                  </a:txBody>
                  <a:tcPr anchor="ctr">
                    <a:solidFill>
                      <a:schemeClr val="bg2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b="0" i="0" dirty="0">
                          <a:latin typeface="Lato" panose="020F0502020204030203" pitchFamily="34" charset="77"/>
                        </a:rPr>
                        <a:t>TT.MM.JJJJ</a:t>
                      </a:r>
                    </a:p>
                  </a:txBody>
                  <a:tcPr anchor="ctr">
                    <a:solidFill>
                      <a:schemeClr val="bg2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b="0" i="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033030"/>
                  </a:ext>
                </a:extLst>
              </a:tr>
              <a:tr h="297733">
                <a:tc>
                  <a:txBody>
                    <a:bodyPr/>
                    <a:lstStyle/>
                    <a:p>
                      <a:r>
                        <a:rPr lang="de-DE" sz="1000" b="0" i="0" dirty="0">
                          <a:latin typeface="Lato" panose="020F0502020204030203" pitchFamily="34" charset="77"/>
                        </a:rPr>
                        <a:t>Finaler Druckentwurf an </a:t>
                      </a:r>
                      <a:r>
                        <a:rPr lang="de-DE" sz="1000" b="0" i="0" dirty="0">
                          <a:solidFill>
                            <a:srgbClr val="FF0000"/>
                          </a:solidFill>
                          <a:latin typeface="Lato" panose="020F0502020204030203" pitchFamily="34" charset="77"/>
                        </a:rPr>
                        <a:t>[ADVERTISER]</a:t>
                      </a: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000" b="0" i="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b="0" i="0" dirty="0">
                          <a:latin typeface="Lato" panose="020F0502020204030203" pitchFamily="34" charset="77"/>
                        </a:rPr>
                        <a:t>TT.MM.JJJJ</a:t>
                      </a: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031032"/>
                  </a:ext>
                </a:extLst>
              </a:tr>
              <a:tr h="297733">
                <a:tc>
                  <a:txBody>
                    <a:bodyPr/>
                    <a:lstStyle/>
                    <a:p>
                      <a:r>
                        <a:rPr lang="de-DE" sz="1000" b="0" i="0" dirty="0">
                          <a:latin typeface="Lato" panose="020F0502020204030203" pitchFamily="34" charset="77"/>
                        </a:rPr>
                        <a:t>Upload Druckdaten bei Produktion</a:t>
                      </a:r>
                    </a:p>
                  </a:txBody>
                  <a:tcPr anchor="ctr">
                    <a:solidFill>
                      <a:schemeClr val="bg2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b="0" i="0" dirty="0">
                          <a:latin typeface="Lato" panose="020F0502020204030203" pitchFamily="34" charset="77"/>
                        </a:rPr>
                        <a:t>TT.MM.JJJJ</a:t>
                      </a:r>
                    </a:p>
                  </a:txBody>
                  <a:tcPr anchor="ctr">
                    <a:solidFill>
                      <a:schemeClr val="bg2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b="0" i="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19022"/>
                  </a:ext>
                </a:extLst>
              </a:tr>
              <a:tr h="297733">
                <a:tc>
                  <a:txBody>
                    <a:bodyPr/>
                    <a:lstStyle/>
                    <a:p>
                      <a:r>
                        <a:rPr lang="de-DE" sz="1000" b="0" i="0" dirty="0">
                          <a:latin typeface="Lato" panose="020F0502020204030203" pitchFamily="34" charset="77"/>
                        </a:rPr>
                        <a:t>Check &amp; Freigabe Personalisierung</a:t>
                      </a: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b="0" i="0" dirty="0">
                          <a:latin typeface="Lato" panose="020F0502020204030203" pitchFamily="34" charset="77"/>
                        </a:rPr>
                        <a:t>TT.MM.JJJJ</a:t>
                      </a: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b="0" i="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1682262"/>
                  </a:ext>
                </a:extLst>
              </a:tr>
              <a:tr h="303760">
                <a:tc>
                  <a:txBody>
                    <a:bodyPr/>
                    <a:lstStyle/>
                    <a:p>
                      <a:r>
                        <a:rPr lang="de-DE" sz="1000" b="0" i="0" dirty="0">
                          <a:latin typeface="Lato" panose="020F0502020204030203" pitchFamily="34" charset="77"/>
                        </a:rPr>
                        <a:t>Freigabe Personalisierung</a:t>
                      </a:r>
                    </a:p>
                  </a:txBody>
                  <a:tcPr anchor="ctr">
                    <a:solidFill>
                      <a:schemeClr val="bg2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b="0" i="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b="0" i="0" dirty="0">
                          <a:latin typeface="Lato" panose="020F0502020204030203" pitchFamily="34" charset="77"/>
                        </a:rPr>
                        <a:t>TT.MM.JJJJ</a:t>
                      </a:r>
                    </a:p>
                  </a:txBody>
                  <a:tcPr anchor="ctr">
                    <a:solidFill>
                      <a:schemeClr val="bg2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310987"/>
                  </a:ext>
                </a:extLst>
              </a:tr>
              <a:tr h="297733">
                <a:tc>
                  <a:txBody>
                    <a:bodyPr/>
                    <a:lstStyle/>
                    <a:p>
                      <a:r>
                        <a:rPr lang="de-DE" sz="1000" b="1" dirty="0">
                          <a:latin typeface="Lato" panose="020F0502020204030203" pitchFamily="34" charset="77"/>
                        </a:rPr>
                        <a:t>PAL</a:t>
                      </a:r>
                    </a:p>
                  </a:txBody>
                  <a:tcPr anchor="ctr">
                    <a:solidFill>
                      <a:schemeClr val="accent2">
                        <a:alpha val="9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b="1" i="0" dirty="0">
                          <a:latin typeface="Lato" panose="020F0502020204030203" pitchFamily="34" charset="77"/>
                        </a:rPr>
                        <a:t>TT.MM.JJJJ</a:t>
                      </a:r>
                    </a:p>
                  </a:txBody>
                  <a:tcPr anchor="ctr">
                    <a:solidFill>
                      <a:schemeClr val="accent2">
                        <a:alpha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e-DE" sz="1000" b="1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accent2">
                        <a:alpha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8554199"/>
                  </a:ext>
                </a:extLst>
              </a:tr>
            </a:tbl>
          </a:graphicData>
        </a:graphic>
      </p:graphicFrame>
      <p:sp>
        <p:nvSpPr>
          <p:cNvPr id="22" name="Textplatzhalter 9">
            <a:extLst>
              <a:ext uri="{FF2B5EF4-FFF2-40B4-BE49-F238E27FC236}">
                <a16:creationId xmlns:a16="http://schemas.microsoft.com/office/drawing/2014/main" id="{8B4EDFD4-71B6-E9C0-26DA-497D69EA235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0530" y="991829"/>
            <a:ext cx="5761037" cy="277183"/>
          </a:xfrm>
        </p:spPr>
        <p:txBody>
          <a:bodyPr>
            <a:normAutofit/>
          </a:bodyPr>
          <a:lstStyle>
            <a:lvl1pPr marL="0" indent="0">
              <a:buNone/>
              <a:defRPr sz="1800" b="0" i="0" baseline="0">
                <a:solidFill>
                  <a:schemeClr val="accent1"/>
                </a:solidFill>
                <a:latin typeface="Lato Light" panose="020F0302020204030203" pitchFamily="34" charset="77"/>
              </a:defRPr>
            </a:lvl1pPr>
          </a:lstStyle>
          <a:p>
            <a:pPr lvl="0"/>
            <a:r>
              <a:rPr lang="de-DE" dirty="0"/>
              <a:t>Wichtige Daten im Überblick</a:t>
            </a:r>
          </a:p>
        </p:txBody>
      </p:sp>
      <p:sp>
        <p:nvSpPr>
          <p:cNvPr id="25" name="Textplatzhalter 9">
            <a:extLst>
              <a:ext uri="{FF2B5EF4-FFF2-40B4-BE49-F238E27FC236}">
                <a16:creationId xmlns:a16="http://schemas.microsoft.com/office/drawing/2014/main" id="{9A842742-57DD-1D7B-BE9E-BDE4A7A11D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225582" y="3433259"/>
            <a:ext cx="2519709" cy="867360"/>
          </a:xfrm>
        </p:spPr>
        <p:txBody>
          <a:bodyPr>
            <a:normAutofit/>
          </a:bodyPr>
          <a:lstStyle>
            <a:lvl1pPr marL="171450" indent="-171450">
              <a:lnSpc>
                <a:spcPts val="1500"/>
              </a:lnSpc>
              <a:buFont typeface="Arial" panose="020B0604020202020204" pitchFamily="34" charset="0"/>
              <a:buChar char="•"/>
              <a:defRPr sz="1200" b="0" i="0" baseline="0"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Inhalt 01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de-DE" dirty="0"/>
              <a:t>Inhalt 02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de-DE" dirty="0"/>
              <a:t>Inhalt 03</a:t>
            </a:r>
          </a:p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123291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46">
          <p15:clr>
            <a:srgbClr val="FBAE40"/>
          </p15:clr>
        </p15:guide>
        <p15:guide id="4" orient="horz" pos="3748">
          <p15:clr>
            <a:srgbClr val="FBAE40"/>
          </p15:clr>
        </p15:guide>
        <p15:guide id="5" pos="211">
          <p15:clr>
            <a:srgbClr val="FBAE40"/>
          </p15:clr>
        </p15:guide>
        <p15:guide id="6" pos="7469">
          <p15:clr>
            <a:srgbClr val="FBAE40"/>
          </p15:clr>
        </p15:guide>
        <p15:guide id="7" pos="2026">
          <p15:clr>
            <a:srgbClr val="FBAE40"/>
          </p15:clr>
        </p15:guide>
        <p15:guide id="10" pos="5654">
          <p15:clr>
            <a:srgbClr val="FBAE40"/>
          </p15:clr>
        </p15:guide>
        <p15:guide id="11" pos="892">
          <p15:clr>
            <a:srgbClr val="FBAE40"/>
          </p15:clr>
        </p15:guide>
        <p15:guide id="12" pos="3613">
          <p15:clr>
            <a:srgbClr val="FBAE40"/>
          </p15:clr>
        </p15:guide>
        <p15:guide id="13" pos="4747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ing-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7D91B2C-D9D9-E6A9-F27D-BC27383141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0000" y="6300000"/>
            <a:ext cx="1056050" cy="365125"/>
          </a:xfrm>
        </p:spPr>
        <p:txBody>
          <a:bodyPr/>
          <a:lstStyle>
            <a:lvl1pPr>
              <a:defRPr sz="1000" baseline="0">
                <a:latin typeface="Lato Light" panose="020F0302020204030203" pitchFamily="34" charset="77"/>
              </a:defRPr>
            </a:lvl1pPr>
          </a:lstStyle>
          <a:p>
            <a:r>
              <a:rPr lang="de-DE"/>
              <a:t>19.03.2025 </a:t>
            </a:r>
            <a:endParaRPr lang="de-DE" dirty="0"/>
          </a:p>
        </p:txBody>
      </p:sp>
      <p:sp>
        <p:nvSpPr>
          <p:cNvPr id="19" name="Fußzeilenplatzhalter 2">
            <a:extLst>
              <a:ext uri="{FF2B5EF4-FFF2-40B4-BE49-F238E27FC236}">
                <a16:creationId xmlns:a16="http://schemas.microsoft.com/office/drawing/2014/main" id="{C4748094-89F8-C934-83C9-4274BDFD9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3402" y="6300000"/>
            <a:ext cx="4114800" cy="365125"/>
          </a:xfrm>
        </p:spPr>
        <p:txBody>
          <a:bodyPr/>
          <a:lstStyle>
            <a:lvl1pPr algn="l">
              <a:defRPr sz="1000" baseline="0">
                <a:latin typeface="Lato Light" panose="020F0302020204030203" pitchFamily="34" charset="77"/>
              </a:defRPr>
            </a:lvl1pPr>
          </a:lstStyle>
          <a:p>
            <a:endParaRPr lang="de-DE" dirty="0"/>
          </a:p>
        </p:txBody>
      </p:sp>
      <p:sp>
        <p:nvSpPr>
          <p:cNvPr id="20" name="Foliennummernplatzhalter 3">
            <a:extLst>
              <a:ext uri="{FF2B5EF4-FFF2-40B4-BE49-F238E27FC236}">
                <a16:creationId xmlns:a16="http://schemas.microsoft.com/office/drawing/2014/main" id="{7FE52EB4-BEE1-C492-A793-4AD7CCE74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7" y="6300000"/>
            <a:ext cx="2743200" cy="365125"/>
          </a:xfrm>
        </p:spPr>
        <p:txBody>
          <a:bodyPr/>
          <a:lstStyle>
            <a:lvl1pPr>
              <a:defRPr sz="1000" baseline="0">
                <a:latin typeface="Lato Light" panose="020F0302020204030203" pitchFamily="34" charset="77"/>
              </a:defRPr>
            </a:lvl1pPr>
          </a:lstStyle>
          <a:p>
            <a:fld id="{6BD12C19-85BE-2A43-B080-F7060291DC2F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3" name="Grafik 2" descr="Ein Bild, das Schrift, Grafiken, Logo, Grafikdesign enthält.&#10;&#10;Automatisch generierte Beschreibung">
            <a:extLst>
              <a:ext uri="{FF2B5EF4-FFF2-40B4-BE49-F238E27FC236}">
                <a16:creationId xmlns:a16="http://schemas.microsoft.com/office/drawing/2014/main" id="{119E02A3-7027-93CB-F3D6-3FD8148E5A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33267" y="549709"/>
            <a:ext cx="1123771" cy="503461"/>
          </a:xfrm>
          <a:prstGeom prst="rect">
            <a:avLst/>
          </a:prstGeom>
        </p:spPr>
      </p:pic>
      <p:sp>
        <p:nvSpPr>
          <p:cNvPr id="5" name="Textplatzhalter 9">
            <a:extLst>
              <a:ext uri="{FF2B5EF4-FFF2-40B4-BE49-F238E27FC236}">
                <a16:creationId xmlns:a16="http://schemas.microsoft.com/office/drawing/2014/main" id="{7F03C760-079D-99B7-5D6A-7566FFE202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530" y="549709"/>
            <a:ext cx="5761037" cy="503238"/>
          </a:xfrm>
        </p:spPr>
        <p:txBody>
          <a:bodyPr>
            <a:noAutofit/>
          </a:bodyPr>
          <a:lstStyle>
            <a:lvl1pPr marL="0" indent="0">
              <a:buNone/>
              <a:defRPr sz="3200" b="1" i="0" baseline="0">
                <a:solidFill>
                  <a:schemeClr val="accent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KAMPAGEN TIMINGS</a:t>
            </a:r>
          </a:p>
        </p:txBody>
      </p:sp>
      <p:sp>
        <p:nvSpPr>
          <p:cNvPr id="22" name="Textplatzhalter 9">
            <a:extLst>
              <a:ext uri="{FF2B5EF4-FFF2-40B4-BE49-F238E27FC236}">
                <a16:creationId xmlns:a16="http://schemas.microsoft.com/office/drawing/2014/main" id="{8B4EDFD4-71B6-E9C0-26DA-497D69EA235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0530" y="991829"/>
            <a:ext cx="5761037" cy="277183"/>
          </a:xfrm>
        </p:spPr>
        <p:txBody>
          <a:bodyPr>
            <a:normAutofit/>
          </a:bodyPr>
          <a:lstStyle>
            <a:lvl1pPr marL="0" indent="0">
              <a:buNone/>
              <a:defRPr sz="1800" b="0" i="0" baseline="0">
                <a:solidFill>
                  <a:schemeClr val="accent1"/>
                </a:solidFill>
                <a:latin typeface="Lato Light" panose="020F0302020204030203" pitchFamily="34" charset="77"/>
              </a:defRPr>
            </a:lvl1pPr>
          </a:lstStyle>
          <a:p>
            <a:pPr lvl="0"/>
            <a:r>
              <a:rPr lang="de-DE" dirty="0"/>
              <a:t>Wichtige Daten im Überblick</a:t>
            </a:r>
          </a:p>
        </p:txBody>
      </p:sp>
      <p:sp>
        <p:nvSpPr>
          <p:cNvPr id="25" name="Textplatzhalter 9">
            <a:extLst>
              <a:ext uri="{FF2B5EF4-FFF2-40B4-BE49-F238E27FC236}">
                <a16:creationId xmlns:a16="http://schemas.microsoft.com/office/drawing/2014/main" id="{9A842742-57DD-1D7B-BE9E-BDE4A7A11D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225582" y="3433259"/>
            <a:ext cx="2519709" cy="867360"/>
          </a:xfrm>
        </p:spPr>
        <p:txBody>
          <a:bodyPr>
            <a:normAutofit/>
          </a:bodyPr>
          <a:lstStyle>
            <a:lvl1pPr marL="171450" indent="-171450">
              <a:lnSpc>
                <a:spcPts val="1500"/>
              </a:lnSpc>
              <a:buFont typeface="Arial" panose="020B0604020202020204" pitchFamily="34" charset="0"/>
              <a:buChar char="•"/>
              <a:defRPr sz="1200" b="0" i="0" baseline="0">
                <a:latin typeface="Lato" panose="020F0502020204030203" pitchFamily="34" charset="77"/>
              </a:defRPr>
            </a:lvl1pPr>
          </a:lstStyle>
          <a:p>
            <a:pPr lvl="0"/>
            <a:r>
              <a:rPr lang="de-DE" dirty="0"/>
              <a:t>Inhalt 01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de-DE" dirty="0"/>
              <a:t>Inhalt 02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de-DE" dirty="0"/>
              <a:t>Inhalt 03</a:t>
            </a:r>
          </a:p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260127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46">
          <p15:clr>
            <a:srgbClr val="FBAE40"/>
          </p15:clr>
        </p15:guide>
        <p15:guide id="4" orient="horz" pos="3748">
          <p15:clr>
            <a:srgbClr val="FBAE40"/>
          </p15:clr>
        </p15:guide>
        <p15:guide id="5" pos="211">
          <p15:clr>
            <a:srgbClr val="FBAE40"/>
          </p15:clr>
        </p15:guide>
        <p15:guide id="6" pos="7469">
          <p15:clr>
            <a:srgbClr val="FBAE40"/>
          </p15:clr>
        </p15:guide>
        <p15:guide id="7" pos="2026">
          <p15:clr>
            <a:srgbClr val="FBAE40"/>
          </p15:clr>
        </p15:guide>
        <p15:guide id="10" pos="5654">
          <p15:clr>
            <a:srgbClr val="FBAE40"/>
          </p15:clr>
        </p15:guide>
        <p15:guide id="11" pos="892">
          <p15:clr>
            <a:srgbClr val="FBAE40"/>
          </p15:clr>
        </p15:guide>
        <p15:guide id="12" pos="3613">
          <p15:clr>
            <a:srgbClr val="FBAE40"/>
          </p15:clr>
        </p15:guide>
        <p15:guide id="13" pos="4747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äsentations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1">
            <a:extLst>
              <a:ext uri="{FF2B5EF4-FFF2-40B4-BE49-F238E27FC236}">
                <a16:creationId xmlns:a16="http://schemas.microsoft.com/office/drawing/2014/main" id="{FE9D2E00-C2A6-D317-D9B7-133222ADB6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0000" y="6300000"/>
            <a:ext cx="1055480" cy="365125"/>
          </a:xfrm>
        </p:spPr>
        <p:txBody>
          <a:bodyPr/>
          <a:lstStyle>
            <a:lvl1pPr>
              <a:defRPr sz="1000" baseline="0">
                <a:latin typeface="Lato Light" panose="020F0302020204030203" pitchFamily="34" charset="77"/>
              </a:defRPr>
            </a:lvl1pPr>
          </a:lstStyle>
          <a:p>
            <a:r>
              <a:rPr lang="de-DE"/>
              <a:t>19.03.2025 </a:t>
            </a:r>
            <a:endParaRPr lang="de-DE" dirty="0"/>
          </a:p>
        </p:txBody>
      </p:sp>
      <p:sp>
        <p:nvSpPr>
          <p:cNvPr id="7" name="Foliennummernplatzhalter 3">
            <a:extLst>
              <a:ext uri="{FF2B5EF4-FFF2-40B4-BE49-F238E27FC236}">
                <a16:creationId xmlns:a16="http://schemas.microsoft.com/office/drawing/2014/main" id="{FCFD54C0-7CA0-6738-8CBD-ACE659769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7" y="6300000"/>
            <a:ext cx="2743200" cy="365125"/>
          </a:xfrm>
        </p:spPr>
        <p:txBody>
          <a:bodyPr/>
          <a:lstStyle>
            <a:lvl1pPr>
              <a:defRPr sz="1000" baseline="0">
                <a:latin typeface="Lato Light" panose="020F0302020204030203" pitchFamily="34" charset="77"/>
              </a:defRPr>
            </a:lvl1pPr>
          </a:lstStyle>
          <a:p>
            <a:fld id="{6BD12C19-85BE-2A43-B080-F7060291DC2F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4E4D6958-8E5E-F83C-D94F-81A29535D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3402" y="6300000"/>
            <a:ext cx="4114800" cy="365125"/>
          </a:xfrm>
        </p:spPr>
        <p:txBody>
          <a:bodyPr/>
          <a:lstStyle>
            <a:lvl1pPr algn="l">
              <a:defRPr sz="1000" baseline="0">
                <a:latin typeface="Lato Light" panose="020F0302020204030203" pitchFamily="34" charset="77"/>
              </a:defRPr>
            </a:lvl1pPr>
          </a:lstStyle>
          <a:p>
            <a:endParaRPr lang="de-DE" dirty="0"/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655C7D57-9406-3690-E720-FFF6E0ABD1A2}"/>
              </a:ext>
            </a:extLst>
          </p:cNvPr>
          <p:cNvSpPr txBox="1">
            <a:spLocks/>
          </p:cNvSpPr>
          <p:nvPr userDrawn="1"/>
        </p:nvSpPr>
        <p:spPr>
          <a:xfrm>
            <a:off x="350530" y="2008262"/>
            <a:ext cx="11506507" cy="161603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z="3200" b="1" dirty="0">
                <a:solidFill>
                  <a:schemeClr val="accent1"/>
                </a:solidFill>
                <a:latin typeface="Lato" panose="020F0502020204030203" pitchFamily="34" charset="77"/>
              </a:rPr>
              <a:t>Vielen Dank für die Aufmerksamkeit.</a:t>
            </a:r>
          </a:p>
          <a:p>
            <a:pPr marL="0" indent="0" algn="ctr">
              <a:buNone/>
            </a:pPr>
            <a:r>
              <a:rPr lang="de-DE" sz="3200" b="1" dirty="0">
                <a:solidFill>
                  <a:schemeClr val="accent1"/>
                </a:solidFill>
                <a:latin typeface="Lato" panose="020F0502020204030203" pitchFamily="34" charset="77"/>
              </a:rPr>
              <a:t>Wir freuen uns auf eine</a:t>
            </a:r>
          </a:p>
          <a:p>
            <a:pPr marL="0" indent="0" algn="ctr">
              <a:buNone/>
            </a:pPr>
            <a:r>
              <a:rPr lang="de-DE" sz="3200" b="1" dirty="0">
                <a:solidFill>
                  <a:schemeClr val="accent1"/>
                </a:solidFill>
                <a:latin typeface="Lato" panose="020F0502020204030203" pitchFamily="34" charset="77"/>
              </a:rPr>
              <a:t>erfolgreiche Zusammenarbeit.</a:t>
            </a:r>
          </a:p>
        </p:txBody>
      </p:sp>
      <p:sp>
        <p:nvSpPr>
          <p:cNvPr id="3" name="Textplatzhalter 1">
            <a:extLst>
              <a:ext uri="{FF2B5EF4-FFF2-40B4-BE49-F238E27FC236}">
                <a16:creationId xmlns:a16="http://schemas.microsoft.com/office/drawing/2014/main" id="{8660CB5B-DFDE-5EAE-0EAB-7A8E3D5F48C8}"/>
              </a:ext>
            </a:extLst>
          </p:cNvPr>
          <p:cNvSpPr txBox="1">
            <a:spLocks/>
          </p:cNvSpPr>
          <p:nvPr userDrawn="1"/>
        </p:nvSpPr>
        <p:spPr>
          <a:xfrm>
            <a:off x="502930" y="3840320"/>
            <a:ext cx="11506507" cy="52478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z="2200" dirty="0">
                <a:solidFill>
                  <a:schemeClr val="accent1"/>
                </a:solidFill>
                <a:latin typeface="Lato Light" panose="020F0302020204030203" pitchFamily="34" charset="77"/>
              </a:rPr>
              <a:t>Euer CMC</a:t>
            </a:r>
          </a:p>
        </p:txBody>
      </p:sp>
    </p:spTree>
    <p:extLst>
      <p:ext uri="{BB962C8B-B14F-4D97-AF65-F5344CB8AC3E}">
        <p14:creationId xmlns:p14="http://schemas.microsoft.com/office/powerpoint/2010/main" val="1705099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46">
          <p15:clr>
            <a:srgbClr val="FBAE40"/>
          </p15:clr>
        </p15:guide>
        <p15:guide id="4" orient="horz" pos="3748">
          <p15:clr>
            <a:srgbClr val="FBAE40"/>
          </p15:clr>
        </p15:guide>
        <p15:guide id="5" pos="211">
          <p15:clr>
            <a:srgbClr val="FBAE40"/>
          </p15:clr>
        </p15:guide>
        <p15:guide id="6" pos="7469">
          <p15:clr>
            <a:srgbClr val="FBAE40"/>
          </p15:clr>
        </p15:guide>
        <p15:guide id="7" pos="2026">
          <p15:clr>
            <a:srgbClr val="FBAE40"/>
          </p15:clr>
        </p15:guide>
        <p15:guide id="10" pos="565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6442182-1369-9CF8-82A7-BCC8DEA0A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2FA9C99-7447-775F-4D7C-9FBD106790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6B31320-3B90-B301-5D70-7140BE7918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19.03.2025 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FC5FC9A-2F49-26EF-F8FE-6B968D41DC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1BBB54F-ACA3-539C-3C68-8B3C1C19FE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D12C19-85BE-2A43-B080-F7060291DC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35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  <p:sldLayoutId id="2147483693" r:id="rId17"/>
    <p:sldLayoutId id="2147483694" r:id="rId18"/>
    <p:sldLayoutId id="2147483695" r:id="rId19"/>
    <p:sldLayoutId id="2147483696" r:id="rId20"/>
    <p:sldLayoutId id="2147483697" r:id="rId2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C23E059F-4C34-D981-4E92-AD3CE3ED7A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Kick Off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42297CC-F573-1DD0-F4AC-82EE56A240C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4E2A84E-BC50-BCF1-DBCB-74EB3019FF6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de-DE" dirty="0">
                <a:latin typeface="Lato Light"/>
                <a:ea typeface="Lato Light"/>
                <a:cs typeface="Lato Light"/>
              </a:rPr>
              <a:t>Shape Labs Print Mailing PAL 16.06.2026</a:t>
            </a:r>
          </a:p>
        </p:txBody>
      </p:sp>
    </p:spTree>
    <p:extLst>
      <p:ext uri="{BB962C8B-B14F-4D97-AF65-F5344CB8AC3E}">
        <p14:creationId xmlns:p14="http://schemas.microsoft.com/office/powerpoint/2010/main" val="1727206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0C10BE94-6978-7992-9CA8-D784EA2078BA}"/>
              </a:ext>
            </a:extLst>
          </p:cNvPr>
          <p:cNvSpPr txBox="1"/>
          <p:nvPr/>
        </p:nvSpPr>
        <p:spPr>
          <a:xfrm>
            <a:off x="1783402" y="2132856"/>
            <a:ext cx="7840990" cy="206210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6400" b="1" dirty="0">
                <a:solidFill>
                  <a:schemeClr val="accent1"/>
                </a:solidFill>
                <a:latin typeface="Lato" panose="020F0502020204030203" pitchFamily="34" charset="77"/>
              </a:rPr>
              <a:t>Herzlich Willkommen!</a:t>
            </a:r>
          </a:p>
        </p:txBody>
      </p:sp>
    </p:spTree>
    <p:extLst>
      <p:ext uri="{BB962C8B-B14F-4D97-AF65-F5344CB8AC3E}">
        <p14:creationId xmlns:p14="http://schemas.microsoft.com/office/powerpoint/2010/main" val="1190603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30796FF1-32E3-BA0C-0A64-DD171B4491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WAS UNS ERWARTET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F89EAD6-285E-5594-445C-A45A44AFE7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17975" y="5507578"/>
            <a:ext cx="3599830" cy="365125"/>
          </a:xfrm>
        </p:spPr>
        <p:txBody>
          <a:bodyPr lIns="0" tIns="0" rIns="0" bIns="0"/>
          <a:lstStyle/>
          <a:p>
            <a:r>
              <a:rPr lang="de-DE" dirty="0"/>
              <a:t> 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C299685-8908-0B68-63AD-997CB4FBEC1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952623" y="2514472"/>
            <a:ext cx="3599830" cy="470624"/>
          </a:xfrm>
        </p:spPr>
        <p:txBody>
          <a:bodyPr lIns="0" tIns="0" rIns="0" bIns="0"/>
          <a:lstStyle/>
          <a:p>
            <a:r>
              <a:rPr lang="de-DE" dirty="0"/>
              <a:t> </a:t>
            </a:r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A9EF5822-B055-8914-44D4-1C1E9DEB5B71}"/>
              </a:ext>
            </a:extLst>
          </p:cNvPr>
          <p:cNvSpPr txBox="1">
            <a:spLocks/>
          </p:cNvSpPr>
          <p:nvPr/>
        </p:nvSpPr>
        <p:spPr>
          <a:xfrm>
            <a:off x="1440000" y="3534440"/>
            <a:ext cx="3599830" cy="47062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 </a:t>
            </a:r>
          </a:p>
        </p:txBody>
      </p:sp>
      <p:sp>
        <p:nvSpPr>
          <p:cNvPr id="13" name="Textplatzhalter 4">
            <a:extLst>
              <a:ext uri="{FF2B5EF4-FFF2-40B4-BE49-F238E27FC236}">
                <a16:creationId xmlns:a16="http://schemas.microsoft.com/office/drawing/2014/main" id="{53B2B278-8FD4-C0C7-EA7A-B921791136E3}"/>
              </a:ext>
            </a:extLst>
          </p:cNvPr>
          <p:cNvSpPr txBox="1">
            <a:spLocks/>
          </p:cNvSpPr>
          <p:nvPr/>
        </p:nvSpPr>
        <p:spPr>
          <a:xfrm>
            <a:off x="737039" y="1837088"/>
            <a:ext cx="4560454" cy="403561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i="0" kern="1200" baseline="0">
                <a:solidFill>
                  <a:schemeClr val="accent2"/>
                </a:solidFill>
                <a:latin typeface="Lato" panose="020F0502020204030203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400" dirty="0"/>
              <a:t>01 Timings</a:t>
            </a:r>
          </a:p>
          <a:p>
            <a:r>
              <a:rPr lang="de-DE" sz="2400" dirty="0"/>
              <a:t>02 Design Briefing</a:t>
            </a:r>
          </a:p>
          <a:p>
            <a:r>
              <a:rPr lang="de-DE" sz="2400" dirty="0"/>
              <a:t>03 A/B Test</a:t>
            </a:r>
          </a:p>
          <a:p>
            <a:r>
              <a:rPr lang="de-DE" sz="2400" dirty="0"/>
              <a:t>04 Gutschein- und QR Codes</a:t>
            </a:r>
          </a:p>
        </p:txBody>
      </p:sp>
      <p:sp>
        <p:nvSpPr>
          <p:cNvPr id="26" name="Textplatzhalter 5">
            <a:extLst>
              <a:ext uri="{FF2B5EF4-FFF2-40B4-BE49-F238E27FC236}">
                <a16:creationId xmlns:a16="http://schemas.microsoft.com/office/drawing/2014/main" id="{98269F44-2881-E018-7C69-7C735952C3D0}"/>
              </a:ext>
            </a:extLst>
          </p:cNvPr>
          <p:cNvSpPr txBox="1">
            <a:spLocks/>
          </p:cNvSpPr>
          <p:nvPr/>
        </p:nvSpPr>
        <p:spPr>
          <a:xfrm>
            <a:off x="1343472" y="5467104"/>
            <a:ext cx="3599830" cy="47062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 </a:t>
            </a:r>
          </a:p>
        </p:txBody>
      </p:sp>
      <p:pic>
        <p:nvPicPr>
          <p:cNvPr id="8" name="Bildplatzhalter 7" descr="Ein Bild, das Text, Aufdruck, Broschüre, Grafikdesign enthält.&#10;&#10;KI-generierte Inhalte können fehlerhaft sein.">
            <a:extLst>
              <a:ext uri="{FF2B5EF4-FFF2-40B4-BE49-F238E27FC236}">
                <a16:creationId xmlns:a16="http://schemas.microsoft.com/office/drawing/2014/main" id="{E0889369-6B3C-C17D-F113-822CAA6178FE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2"/>
          <a:srcRect l="16992" r="16663"/>
          <a:stretch/>
        </p:blipFill>
        <p:spPr>
          <a:xfrm>
            <a:off x="6287273" y="0"/>
            <a:ext cx="5904727" cy="6858000"/>
          </a:xfrm>
        </p:spPr>
      </p:pic>
    </p:spTree>
    <p:extLst>
      <p:ext uri="{BB962C8B-B14F-4D97-AF65-F5344CB8AC3E}">
        <p14:creationId xmlns:p14="http://schemas.microsoft.com/office/powerpoint/2010/main" val="297330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1DBCE5B5-28FA-40A2-96BE-9C3DD6A9D4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3120719"/>
              </p:ext>
            </p:extLst>
          </p:nvPr>
        </p:nvGraphicFramePr>
        <p:xfrm>
          <a:off x="706628" y="2103130"/>
          <a:ext cx="7549612" cy="34861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7216">
                  <a:extLst>
                    <a:ext uri="{9D8B030D-6E8A-4147-A177-3AD203B41FA5}">
                      <a16:colId xmlns:a16="http://schemas.microsoft.com/office/drawing/2014/main" val="995347256"/>
                    </a:ext>
                  </a:extLst>
                </a:gridCol>
                <a:gridCol w="2032156">
                  <a:extLst>
                    <a:ext uri="{9D8B030D-6E8A-4147-A177-3AD203B41FA5}">
                      <a16:colId xmlns:a16="http://schemas.microsoft.com/office/drawing/2014/main" val="2679915524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3784126894"/>
                    </a:ext>
                  </a:extLst>
                </a:gridCol>
              </a:tblGrid>
              <a:tr h="452802">
                <a:tc>
                  <a:txBody>
                    <a:bodyPr/>
                    <a:lstStyle/>
                    <a:p>
                      <a:endParaRPr lang="de-DE" sz="1000" dirty="0">
                        <a:latin typeface="Lato" panose="020F050202020403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latin typeface="Lato" panose="020F0502020204030203" pitchFamily="34" charset="77"/>
                        </a:rPr>
                        <a:t>CMC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solidFill>
                            <a:schemeClr val="bg1"/>
                          </a:solidFill>
                          <a:latin typeface="Lato"/>
                        </a:rPr>
                        <a:t>Shape Labs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2737260"/>
                  </a:ext>
                </a:extLst>
              </a:tr>
              <a:tr h="297733">
                <a:tc>
                  <a:txBody>
                    <a:bodyPr/>
                    <a:lstStyle/>
                    <a:p>
                      <a:r>
                        <a:rPr lang="de-DE" sz="1000" b="0" i="0" dirty="0">
                          <a:latin typeface="Lato" panose="020F0502020204030203" pitchFamily="34" charset="77"/>
                        </a:rPr>
                        <a:t>Kick-Off</a:t>
                      </a: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sz="1000" b="0" i="0" dirty="0">
                          <a:latin typeface="Lato"/>
                        </a:rPr>
                        <a:t>18.05.2026</a:t>
                      </a: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e-DE" sz="1000" b="0" i="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7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767597"/>
                  </a:ext>
                </a:extLst>
              </a:tr>
              <a:tr h="327687">
                <a:tc>
                  <a:txBody>
                    <a:bodyPr/>
                    <a:lstStyle/>
                    <a:p>
                      <a:r>
                        <a:rPr lang="de-DE" sz="1000" b="0" i="0" dirty="0">
                          <a:latin typeface="Lato" panose="020F0502020204030203" pitchFamily="34" charset="77"/>
                        </a:rPr>
                        <a:t>Input der Druckdaten</a:t>
                      </a:r>
                    </a:p>
                  </a:txBody>
                  <a:tcPr anchor="ctr">
                    <a:solidFill>
                      <a:schemeClr val="bg2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b="0" i="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b="0" i="0" dirty="0">
                          <a:latin typeface="Lato"/>
                        </a:rPr>
                        <a:t>20.05.2026</a:t>
                      </a:r>
                    </a:p>
                  </a:txBody>
                  <a:tcPr anchor="ctr">
                    <a:solidFill>
                      <a:schemeClr val="bg2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751062"/>
                  </a:ext>
                </a:extLst>
              </a:tr>
              <a:tr h="297733">
                <a:tc>
                  <a:txBody>
                    <a:bodyPr/>
                    <a:lstStyle/>
                    <a:p>
                      <a:r>
                        <a:rPr lang="de-DE" sz="1000" b="0" i="0" dirty="0">
                          <a:latin typeface="Lato" panose="020F0502020204030203" pitchFamily="34" charset="77"/>
                        </a:rPr>
                        <a:t>Übergabe der Gutscheincodes</a:t>
                      </a: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b="0" i="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de-DE" sz="1000" b="0" i="0" dirty="0">
                          <a:latin typeface="Lato"/>
                        </a:rPr>
                        <a:t>18.05.2026</a:t>
                      </a: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418693"/>
                  </a:ext>
                </a:extLst>
              </a:tr>
              <a:tr h="317729">
                <a:tc>
                  <a:txBody>
                    <a:bodyPr/>
                    <a:lstStyle/>
                    <a:p>
                      <a:r>
                        <a:rPr lang="de-DE" sz="1000" b="0" i="0" dirty="0">
                          <a:latin typeface="Lato" panose="020F0502020204030203" pitchFamily="34" charset="77"/>
                        </a:rPr>
                        <a:t>Upload der Kundenadressen</a:t>
                      </a:r>
                    </a:p>
                  </a:txBody>
                  <a:tcPr anchor="ctr">
                    <a:solidFill>
                      <a:schemeClr val="bg2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b="0" i="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b="0" i="0" dirty="0">
                          <a:latin typeface="Lato"/>
                        </a:rPr>
                        <a:t>18.05.2026</a:t>
                      </a:r>
                      <a:endParaRPr lang="de-DE" sz="1000" b="0" i="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366417"/>
                  </a:ext>
                </a:extLst>
              </a:tr>
              <a:tr h="297733">
                <a:tc>
                  <a:txBody>
                    <a:bodyPr/>
                    <a:lstStyle/>
                    <a:p>
                      <a:r>
                        <a:rPr lang="de-DE" sz="1000" b="0" i="0" dirty="0">
                          <a:latin typeface="Lato" panose="020F0502020204030203" pitchFamily="34" charset="77"/>
                        </a:rPr>
                        <a:t>Zwei Feedbackschleifen zum Druckentwurf </a:t>
                      </a: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de-DE" sz="1000" b="0" i="0" dirty="0">
                          <a:latin typeface="Lato"/>
                        </a:rPr>
                        <a:t>ab 22.05.2026</a:t>
                      </a: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b="0" i="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033030"/>
                  </a:ext>
                </a:extLst>
              </a:tr>
              <a:tr h="297733">
                <a:tc>
                  <a:txBody>
                    <a:bodyPr/>
                    <a:lstStyle/>
                    <a:p>
                      <a:r>
                        <a:rPr lang="de-DE" sz="1000" b="0" i="0" dirty="0">
                          <a:latin typeface="Lato"/>
                        </a:rPr>
                        <a:t>Finaler Druckentwurf an Shape Labs</a:t>
                      </a:r>
                      <a:endParaRPr lang="de-DE" sz="1000" b="0" i="0" dirty="0">
                        <a:solidFill>
                          <a:schemeClr val="tx1"/>
                        </a:solidFill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000" b="0" i="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b="0" i="0" dirty="0">
                          <a:latin typeface="Lato"/>
                        </a:rPr>
                        <a:t>27.05.2026</a:t>
                      </a:r>
                    </a:p>
                  </a:txBody>
                  <a:tcPr anchor="ctr">
                    <a:solidFill>
                      <a:schemeClr val="bg2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031032"/>
                  </a:ext>
                </a:extLst>
              </a:tr>
              <a:tr h="297733">
                <a:tc>
                  <a:txBody>
                    <a:bodyPr/>
                    <a:lstStyle/>
                    <a:p>
                      <a:r>
                        <a:rPr lang="de-DE" sz="1000" b="0" i="0" dirty="0">
                          <a:latin typeface="Lato" panose="020F0502020204030203" pitchFamily="34" charset="77"/>
                        </a:rPr>
                        <a:t>Upload Druckdaten bei Produktion</a:t>
                      </a: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b="0" i="0" dirty="0">
                          <a:latin typeface="Lato"/>
                        </a:rPr>
                        <a:t>27.05.2026</a:t>
                      </a:r>
                      <a:endParaRPr lang="de-DE" sz="1000" b="0" i="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b="0" i="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19022"/>
                  </a:ext>
                </a:extLst>
              </a:tr>
              <a:tr h="297733">
                <a:tc>
                  <a:txBody>
                    <a:bodyPr/>
                    <a:lstStyle/>
                    <a:p>
                      <a:r>
                        <a:rPr lang="de-DE" sz="1000" b="0" i="0" dirty="0">
                          <a:latin typeface="Lato" panose="020F0502020204030203" pitchFamily="34" charset="77"/>
                        </a:rPr>
                        <a:t>Check &amp; Freigabe Personalisierung</a:t>
                      </a:r>
                    </a:p>
                  </a:txBody>
                  <a:tcPr anchor="ctr">
                    <a:solidFill>
                      <a:schemeClr val="bg2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b="0" i="0" dirty="0">
                          <a:latin typeface="Lato"/>
                        </a:rPr>
                        <a:t>04.06.2026</a:t>
                      </a:r>
                      <a:endParaRPr lang="de-DE" sz="1000" b="0" i="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b="0" i="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1682262"/>
                  </a:ext>
                </a:extLst>
              </a:tr>
              <a:tr h="303760">
                <a:tc>
                  <a:txBody>
                    <a:bodyPr/>
                    <a:lstStyle/>
                    <a:p>
                      <a:r>
                        <a:rPr lang="de-DE" sz="1000" b="0" i="0" dirty="0">
                          <a:latin typeface="Lato" panose="020F0502020204030203" pitchFamily="34" charset="77"/>
                        </a:rPr>
                        <a:t>Freigabe Personalisierung</a:t>
                      </a: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b="0" i="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b="0" i="0">
                          <a:latin typeface="Lato"/>
                        </a:rPr>
                        <a:t>05.06.2026</a:t>
                      </a:r>
                      <a:endParaRPr lang="de-DE" sz="1000" b="0" i="0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bg2"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310987"/>
                  </a:ext>
                </a:extLst>
              </a:tr>
              <a:tr h="297733">
                <a:tc>
                  <a:txBody>
                    <a:bodyPr/>
                    <a:lstStyle/>
                    <a:p>
                      <a:r>
                        <a:rPr lang="de-DE" sz="1000" b="1" dirty="0">
                          <a:latin typeface="Lato" panose="020F0502020204030203" pitchFamily="34" charset="77"/>
                        </a:rPr>
                        <a:t>PAL</a:t>
                      </a:r>
                    </a:p>
                  </a:txBody>
                  <a:tcPr anchor="ctr">
                    <a:solidFill>
                      <a:schemeClr val="accent2">
                        <a:alpha val="9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b="1" i="0" dirty="0">
                          <a:latin typeface="Lato"/>
                        </a:rPr>
                        <a:t>16.06.2026</a:t>
                      </a:r>
                    </a:p>
                  </a:txBody>
                  <a:tcPr anchor="ctr">
                    <a:solidFill>
                      <a:schemeClr val="accent2">
                        <a:alpha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e-DE" sz="1000" b="1" dirty="0">
                        <a:latin typeface="Lato" panose="020F0502020204030203" pitchFamily="34" charset="77"/>
                      </a:endParaRPr>
                    </a:p>
                  </a:txBody>
                  <a:tcPr anchor="ctr">
                    <a:solidFill>
                      <a:schemeClr val="accent2">
                        <a:alpha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8554199"/>
                  </a:ext>
                </a:extLst>
              </a:tr>
            </a:tbl>
          </a:graphicData>
        </a:graphic>
      </p:graphicFrame>
      <p:sp>
        <p:nvSpPr>
          <p:cNvPr id="9" name="Textplatzhalter 4">
            <a:extLst>
              <a:ext uri="{FF2B5EF4-FFF2-40B4-BE49-F238E27FC236}">
                <a16:creationId xmlns:a16="http://schemas.microsoft.com/office/drawing/2014/main" id="{36DE3F7A-1592-F8BD-B916-DEEA66CAED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530" y="549709"/>
            <a:ext cx="5761037" cy="503238"/>
          </a:xfrm>
        </p:spPr>
        <p:txBody>
          <a:bodyPr/>
          <a:lstStyle/>
          <a:p>
            <a:r>
              <a:rPr lang="de-DE" dirty="0"/>
              <a:t>KAMPAGNENTIMINGS</a:t>
            </a:r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D0BC1B26-5CC3-8739-BD40-F4EB5DB6F6D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50530" y="1063585"/>
            <a:ext cx="5761037" cy="277183"/>
          </a:xfrm>
        </p:spPr>
        <p:txBody>
          <a:bodyPr>
            <a:normAutofit fontScale="92500" lnSpcReduction="20000"/>
          </a:bodyPr>
          <a:lstStyle/>
          <a:p>
            <a:r>
              <a:rPr lang="de-DE" dirty="0"/>
              <a:t>Wichtige Daten im Überblick</a:t>
            </a:r>
          </a:p>
        </p:txBody>
      </p:sp>
    </p:spTree>
    <p:extLst>
      <p:ext uri="{BB962C8B-B14F-4D97-AF65-F5344CB8AC3E}">
        <p14:creationId xmlns:p14="http://schemas.microsoft.com/office/powerpoint/2010/main" val="1535802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F47837F-6A67-6810-7D20-AE864DF72A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ZEITLICHER ABLAUF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A6ADD62-332E-6654-24BA-A9BF3FC993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4963" y="2564904"/>
            <a:ext cx="1448439" cy="24621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 dirty="0">
                <a:solidFill>
                  <a:schemeClr val="accent1"/>
                </a:solidFill>
                <a:ea typeface="Lato"/>
                <a:cs typeface="Lato"/>
              </a:rPr>
              <a:t>Shape Labs</a:t>
            </a:r>
          </a:p>
        </p:txBody>
      </p:sp>
    </p:spTree>
    <p:extLst>
      <p:ext uri="{BB962C8B-B14F-4D97-AF65-F5344CB8AC3E}">
        <p14:creationId xmlns:p14="http://schemas.microsoft.com/office/powerpoint/2010/main" val="3901606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20289-7498-A5F2-2E5B-2F19622D0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44098897-6685-4852-4145-1E8411EF5C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DESIGNBRIEFING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C3AA10E-D30E-70F4-2A78-38C7947D5B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MUST-HAVE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C1DE580-8CAD-A345-12D2-45B4B6A1E01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16051" y="2456200"/>
            <a:ext cx="3599830" cy="3493750"/>
          </a:xfrm>
        </p:spPr>
        <p:txBody>
          <a:bodyPr/>
          <a:lstStyle/>
          <a:p>
            <a:r>
              <a:rPr lang="de-DE" dirty="0"/>
              <a:t>Logo als </a:t>
            </a:r>
            <a:r>
              <a:rPr lang="de-DE" dirty="0" err="1"/>
              <a:t>eps</a:t>
            </a:r>
            <a:r>
              <a:rPr lang="de-DE" dirty="0"/>
              <a:t>-Datei</a:t>
            </a:r>
          </a:p>
          <a:p>
            <a:r>
              <a:rPr lang="de-DE" dirty="0"/>
              <a:t>Auswahl an hochaufgelösten Stimmungsbildern (Moods)</a:t>
            </a:r>
          </a:p>
          <a:p>
            <a:r>
              <a:rPr lang="de-DE" dirty="0"/>
              <a:t>Auswahl von Produktbildern/Topsellern in mind. 300 dpi (gerne 8–16 Produktbilder)</a:t>
            </a:r>
          </a:p>
          <a:p>
            <a:r>
              <a:rPr lang="de-DE" dirty="0"/>
              <a:t>Schriften, Farbcodes in CMYK, Icons und Designelemente</a:t>
            </a:r>
          </a:p>
          <a:p>
            <a:r>
              <a:rPr lang="de-DE" dirty="0"/>
              <a:t>Corporate Design Guide, wenn vorhanden (andernfalls wird sich an der Website orientiert)</a:t>
            </a:r>
          </a:p>
          <a:p>
            <a:r>
              <a:rPr lang="de-DE" dirty="0"/>
              <a:t>Gutscheinbedingungen</a:t>
            </a:r>
          </a:p>
          <a:p>
            <a:r>
              <a:rPr lang="de-DE" dirty="0"/>
              <a:t>Kurzes Briefing, was soll beworben werden? Was ist ggf. der Themenschwerpunkt?</a:t>
            </a:r>
          </a:p>
          <a:p>
            <a:r>
              <a:rPr lang="de-DE" dirty="0"/>
              <a:t>Textinput für den Werbetext / das Anschreiben</a:t>
            </a:r>
          </a:p>
          <a:p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2D351AB5-E53E-439B-E2EB-3633834212B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DE" dirty="0"/>
              <a:t>NICE TO HAVE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8EB5449-3E1C-EFDA-6965-7B7BADB43F6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55411" y="2456200"/>
            <a:ext cx="3599830" cy="3133040"/>
          </a:xfrm>
        </p:spPr>
        <p:txBody>
          <a:bodyPr/>
          <a:lstStyle/>
          <a:p>
            <a:r>
              <a:rPr lang="de-DE" dirty="0" err="1"/>
              <a:t>Shopvorteile</a:t>
            </a:r>
            <a:r>
              <a:rPr lang="de-DE" dirty="0"/>
              <a:t> / Unique </a:t>
            </a:r>
            <a:r>
              <a:rPr lang="de-DE" dirty="0" err="1"/>
              <a:t>Selling</a:t>
            </a:r>
            <a:r>
              <a:rPr lang="de-DE" dirty="0"/>
              <a:t> Points (USPs)</a:t>
            </a:r>
          </a:p>
          <a:p>
            <a:r>
              <a:rPr lang="de-DE" dirty="0"/>
              <a:t>Zertifikate, Siegel und Auszeichnungen, z.B. Trustpilot, </a:t>
            </a:r>
            <a:r>
              <a:rPr lang="de-DE" dirty="0" err="1"/>
              <a:t>Trusted</a:t>
            </a:r>
            <a:r>
              <a:rPr lang="de-DE" dirty="0"/>
              <a:t> Shops o.a.</a:t>
            </a:r>
          </a:p>
          <a:p>
            <a:r>
              <a:rPr lang="de-DE" dirty="0"/>
              <a:t>Kundenmeinungen/Testimonials/Rezensionen</a:t>
            </a:r>
          </a:p>
          <a:p>
            <a:r>
              <a:rPr lang="de-DE" dirty="0"/>
              <a:t>Absender, Unterschrift und Foto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4D74451F-4746-0DC7-1260-4D1C211C2B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50530" y="1063585"/>
            <a:ext cx="5761037" cy="277183"/>
          </a:xfrm>
        </p:spPr>
        <p:txBody>
          <a:bodyPr>
            <a:normAutofit fontScale="92500" lnSpcReduction="20000"/>
          </a:bodyPr>
          <a:lstStyle/>
          <a:p>
            <a:r>
              <a:rPr lang="de-DE" dirty="0"/>
              <a:t>Input zur Gestaltung des Print-Mailings</a:t>
            </a:r>
          </a:p>
        </p:txBody>
      </p:sp>
    </p:spTree>
    <p:extLst>
      <p:ext uri="{BB962C8B-B14F-4D97-AF65-F5344CB8AC3E}">
        <p14:creationId xmlns:p14="http://schemas.microsoft.com/office/powerpoint/2010/main" val="2188898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64FFB-2FDA-973D-704A-45BFFF3FD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868EE0C4-5A67-3FBB-2483-E5545F2892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A/B Test </a:t>
            </a:r>
          </a:p>
          <a:p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60F9B33-2462-B865-DC1A-561FCD1A91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17975" y="5507578"/>
            <a:ext cx="3599830" cy="365125"/>
          </a:xfrm>
        </p:spPr>
        <p:txBody>
          <a:bodyPr lIns="0" tIns="0" rIns="0" bIns="0"/>
          <a:lstStyle/>
          <a:p>
            <a:r>
              <a:rPr lang="de-DE" dirty="0"/>
              <a:t> 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40A505B-9F59-EC97-C70A-F200124B1E8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952623" y="2514472"/>
            <a:ext cx="3599830" cy="470624"/>
          </a:xfrm>
        </p:spPr>
        <p:txBody>
          <a:bodyPr lIns="0" tIns="0" rIns="0" bIns="0"/>
          <a:lstStyle/>
          <a:p>
            <a:r>
              <a:rPr lang="de-DE" dirty="0"/>
              <a:t> </a:t>
            </a:r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7D59069C-93A3-04C7-F5D4-E4E15F22E54E}"/>
              </a:ext>
            </a:extLst>
          </p:cNvPr>
          <p:cNvSpPr txBox="1">
            <a:spLocks/>
          </p:cNvSpPr>
          <p:nvPr/>
        </p:nvSpPr>
        <p:spPr>
          <a:xfrm>
            <a:off x="1440000" y="3534440"/>
            <a:ext cx="3599830" cy="47062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 </a:t>
            </a:r>
          </a:p>
        </p:txBody>
      </p:sp>
      <p:sp>
        <p:nvSpPr>
          <p:cNvPr id="13" name="Textplatzhalter 4">
            <a:extLst>
              <a:ext uri="{FF2B5EF4-FFF2-40B4-BE49-F238E27FC236}">
                <a16:creationId xmlns:a16="http://schemas.microsoft.com/office/drawing/2014/main" id="{10189B66-61F8-1117-CA4A-ADBF739A91DB}"/>
              </a:ext>
            </a:extLst>
          </p:cNvPr>
          <p:cNvSpPr txBox="1">
            <a:spLocks/>
          </p:cNvSpPr>
          <p:nvPr/>
        </p:nvSpPr>
        <p:spPr>
          <a:xfrm>
            <a:off x="737039" y="1837088"/>
            <a:ext cx="4560454" cy="403561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i="0" kern="1200" baseline="0">
                <a:solidFill>
                  <a:schemeClr val="accent2"/>
                </a:solidFill>
                <a:latin typeface="Lato" panose="020F0502020204030203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400" dirty="0"/>
              <a:t>01 Gutscheinhöhe</a:t>
            </a:r>
          </a:p>
          <a:p>
            <a:r>
              <a:rPr lang="de-DE" sz="2400" dirty="0"/>
              <a:t>02 Gutscheinlaufzeit</a:t>
            </a:r>
          </a:p>
          <a:p>
            <a:r>
              <a:rPr lang="de-DE" sz="2400" dirty="0"/>
              <a:t>03 Format (Umschlag, Gutscheinkarte, </a:t>
            </a:r>
            <a:r>
              <a:rPr lang="de-DE" sz="2400" dirty="0" err="1"/>
              <a:t>etc</a:t>
            </a:r>
            <a:r>
              <a:rPr lang="de-DE" sz="2400" dirty="0"/>
              <a:t>) </a:t>
            </a:r>
          </a:p>
          <a:p>
            <a:r>
              <a:rPr lang="de-DE" sz="2400" dirty="0"/>
              <a:t>04 Layout </a:t>
            </a:r>
          </a:p>
          <a:p>
            <a:r>
              <a:rPr lang="de-DE" sz="2400" dirty="0"/>
              <a:t>05 Internationalisierung </a:t>
            </a:r>
          </a:p>
        </p:txBody>
      </p:sp>
      <p:sp>
        <p:nvSpPr>
          <p:cNvPr id="26" name="Textplatzhalter 5">
            <a:extLst>
              <a:ext uri="{FF2B5EF4-FFF2-40B4-BE49-F238E27FC236}">
                <a16:creationId xmlns:a16="http://schemas.microsoft.com/office/drawing/2014/main" id="{05A6A788-9C8B-E88A-67F2-DFFB4ACCCF2E}"/>
              </a:ext>
            </a:extLst>
          </p:cNvPr>
          <p:cNvSpPr txBox="1">
            <a:spLocks/>
          </p:cNvSpPr>
          <p:nvPr/>
        </p:nvSpPr>
        <p:spPr>
          <a:xfrm>
            <a:off x="1343472" y="5467104"/>
            <a:ext cx="3599830" cy="47062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19051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0FD9D-A86C-0537-8FEB-F06CF608C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7075CB68-C877-183F-A65E-330A49DE70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Gutschein- und QR Codes</a:t>
            </a:r>
          </a:p>
          <a:p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9360E7D-E1C9-0E5B-B359-DDA08DBF08B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17975" y="5507578"/>
            <a:ext cx="3599830" cy="365125"/>
          </a:xfrm>
        </p:spPr>
        <p:txBody>
          <a:bodyPr lIns="0" tIns="0" rIns="0" bIns="0"/>
          <a:lstStyle/>
          <a:p>
            <a:r>
              <a:rPr lang="de-DE" dirty="0"/>
              <a:t> 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A8F23F91-1544-3601-69AD-5F6DC281CB9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952623" y="2514472"/>
            <a:ext cx="3599830" cy="470624"/>
          </a:xfrm>
        </p:spPr>
        <p:txBody>
          <a:bodyPr lIns="0" tIns="0" rIns="0" bIns="0"/>
          <a:lstStyle/>
          <a:p>
            <a:r>
              <a:rPr lang="de-DE" dirty="0"/>
              <a:t> </a:t>
            </a:r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50A2A8C0-C1F8-9E51-7CD4-343D564B1ABF}"/>
              </a:ext>
            </a:extLst>
          </p:cNvPr>
          <p:cNvSpPr txBox="1">
            <a:spLocks/>
          </p:cNvSpPr>
          <p:nvPr/>
        </p:nvSpPr>
        <p:spPr>
          <a:xfrm>
            <a:off x="1440000" y="3534440"/>
            <a:ext cx="3599830" cy="47062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 </a:t>
            </a:r>
          </a:p>
        </p:txBody>
      </p:sp>
      <p:sp>
        <p:nvSpPr>
          <p:cNvPr id="13" name="Textplatzhalter 4">
            <a:extLst>
              <a:ext uri="{FF2B5EF4-FFF2-40B4-BE49-F238E27FC236}">
                <a16:creationId xmlns:a16="http://schemas.microsoft.com/office/drawing/2014/main" id="{4363074F-FF18-01AC-BB4B-56347283EFDB}"/>
              </a:ext>
            </a:extLst>
          </p:cNvPr>
          <p:cNvSpPr txBox="1">
            <a:spLocks/>
          </p:cNvSpPr>
          <p:nvPr/>
        </p:nvSpPr>
        <p:spPr>
          <a:xfrm>
            <a:off x="737039" y="1837088"/>
            <a:ext cx="4560454" cy="403561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i="0" kern="1200" baseline="0">
                <a:solidFill>
                  <a:schemeClr val="accent2"/>
                </a:solidFill>
                <a:latin typeface="Lato" panose="020F0502020204030203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400" dirty="0"/>
              <a:t>01 Laufzeit</a:t>
            </a:r>
          </a:p>
          <a:p>
            <a:r>
              <a:rPr lang="de-DE" sz="2400" dirty="0"/>
              <a:t>02 Höhe</a:t>
            </a:r>
          </a:p>
          <a:p>
            <a:r>
              <a:rPr lang="de-DE" sz="2400" dirty="0"/>
              <a:t>03 individuell oder generell</a:t>
            </a:r>
          </a:p>
          <a:p>
            <a:r>
              <a:rPr lang="de-DE" sz="2400" dirty="0"/>
              <a:t>04 QR Code Scans messen </a:t>
            </a:r>
            <a:r>
              <a:rPr lang="de-DE" sz="2400"/>
              <a:t>&gt;   UTM </a:t>
            </a:r>
            <a:r>
              <a:rPr lang="de-DE" sz="2400" dirty="0"/>
              <a:t>Link </a:t>
            </a:r>
          </a:p>
          <a:p>
            <a:r>
              <a:rPr lang="de-DE" sz="2400" dirty="0"/>
              <a:t>05 Lieferung der individuellen Codes in Höhe der Auflage bis wann</a:t>
            </a:r>
          </a:p>
        </p:txBody>
      </p:sp>
      <p:sp>
        <p:nvSpPr>
          <p:cNvPr id="26" name="Textplatzhalter 5">
            <a:extLst>
              <a:ext uri="{FF2B5EF4-FFF2-40B4-BE49-F238E27FC236}">
                <a16:creationId xmlns:a16="http://schemas.microsoft.com/office/drawing/2014/main" id="{9B4B8617-EE99-DDAB-DCE9-00D6B9BB7ECD}"/>
              </a:ext>
            </a:extLst>
          </p:cNvPr>
          <p:cNvSpPr txBox="1">
            <a:spLocks/>
          </p:cNvSpPr>
          <p:nvPr/>
        </p:nvSpPr>
        <p:spPr>
          <a:xfrm>
            <a:off x="1343472" y="5467104"/>
            <a:ext cx="3599830" cy="47062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78836231"/>
      </p:ext>
    </p:extLst>
  </p:cSld>
  <p:clrMapOvr>
    <a:masterClrMapping/>
  </p:clrMapOvr>
</p:sld>
</file>

<file path=ppt/theme/theme1.xml><?xml version="1.0" encoding="utf-8"?>
<a:theme xmlns:a="http://schemas.openxmlformats.org/drawingml/2006/main" name="CMC_PPT-Vorlagen_2025">
  <a:themeElements>
    <a:clrScheme name="CMC-Farben">
      <a:dk1>
        <a:srgbClr val="212121"/>
      </a:dk1>
      <a:lt1>
        <a:srgbClr val="FFFFFF"/>
      </a:lt1>
      <a:dk2>
        <a:srgbClr val="212121"/>
      </a:dk2>
      <a:lt2>
        <a:srgbClr val="E6E6E6"/>
      </a:lt2>
      <a:accent1>
        <a:srgbClr val="1A434D"/>
      </a:accent1>
      <a:accent2>
        <a:srgbClr val="56BFBC"/>
      </a:accent2>
      <a:accent3>
        <a:srgbClr val="1A2359"/>
      </a:accent3>
      <a:accent4>
        <a:srgbClr val="4182CE"/>
      </a:accent4>
      <a:accent5>
        <a:srgbClr val="1A5936"/>
      </a:accent5>
      <a:accent6>
        <a:srgbClr val="E5C664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c7e21e3-f8b3-4f32-9065-7ee1b83a9fda" xsi:nil="true"/>
    <lcf76f155ced4ddcb4097134ff3c332f xmlns="3c9eb472-7ea6-43b7-b109-86230a45ed2d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A500F6D5B328048BD31E74AEE9AF960" ma:contentTypeVersion="15" ma:contentTypeDescription="Ein neues Dokument erstellen." ma:contentTypeScope="" ma:versionID="2a5f03b11e351ca4f10c6141dd40afc8">
  <xsd:schema xmlns:xsd="http://www.w3.org/2001/XMLSchema" xmlns:xs="http://www.w3.org/2001/XMLSchema" xmlns:p="http://schemas.microsoft.com/office/2006/metadata/properties" xmlns:ns2="3c9eb472-7ea6-43b7-b109-86230a45ed2d" xmlns:ns3="cc7e21e3-f8b3-4f32-9065-7ee1b83a9fda" targetNamespace="http://schemas.microsoft.com/office/2006/metadata/properties" ma:root="true" ma:fieldsID="b279e4cd1e85341ea01a29786dbd696a" ns2:_="" ns3:_="">
    <xsd:import namespace="3c9eb472-7ea6-43b7-b109-86230a45ed2d"/>
    <xsd:import namespace="cc7e21e3-f8b3-4f32-9065-7ee1b83a9f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2:MediaServiceOCR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9eb472-7ea6-43b7-b109-86230a45ed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Bildmarkierungen" ma:readOnly="false" ma:fieldId="{5cf76f15-5ced-4ddc-b409-7134ff3c332f}" ma:taxonomyMulti="true" ma:sspId="ed1814b2-08a3-422f-ae08-e42fbd50407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7e21e3-f8b3-4f32-9065-7ee1b83a9fda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cca8587b-d05a-4286-b37b-4713e0468f48}" ma:internalName="TaxCatchAll" ma:showField="CatchAllData" ma:web="cc7e21e3-f8b3-4f32-9065-7ee1b83a9fd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F46154A-8C22-494A-9769-022885ACFE30}">
  <ds:schemaRefs>
    <ds:schemaRef ds:uri="http://schemas.openxmlformats.org/package/2006/metadata/core-properties"/>
    <ds:schemaRef ds:uri="cc7e21e3-f8b3-4f32-9065-7ee1b83a9fda"/>
    <ds:schemaRef ds:uri="http://schemas.microsoft.com/office/2006/documentManagement/types"/>
    <ds:schemaRef ds:uri="http://purl.org/dc/dcmitype/"/>
    <ds:schemaRef ds:uri="3c9eb472-7ea6-43b7-b109-86230a45ed2d"/>
    <ds:schemaRef ds:uri="http://schemas.microsoft.com/office/2006/metadata/properties"/>
    <ds:schemaRef ds:uri="http://purl.org/dc/elements/1.1/"/>
    <ds:schemaRef ds:uri="http://www.w3.org/XML/1998/namespace"/>
    <ds:schemaRef ds:uri="http://schemas.microsoft.com/office/infopath/2007/PartnerControl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9CCF0145-6825-49B4-9910-BAD2A324366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F8608EB-54D1-4648-AE11-B67B0DF8BE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c9eb472-7ea6-43b7-b109-86230a45ed2d"/>
    <ds:schemaRef ds:uri="cc7e21e3-f8b3-4f32-9065-7ee1b83a9fd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280</Words>
  <Application>Microsoft Macintosh PowerPoint</Application>
  <PresentationFormat>Breitbild</PresentationFormat>
  <Paragraphs>77</Paragraphs>
  <Slides>8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Lato</vt:lpstr>
      <vt:lpstr>Lato Light</vt:lpstr>
      <vt:lpstr>Open Sans</vt:lpstr>
      <vt:lpstr>CMC_PPT-Vorlagen_2025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Cathleen Cyrus | CMC</dc:creator>
  <cp:lastModifiedBy>Lone Herdt | CMC</cp:lastModifiedBy>
  <cp:revision>25</cp:revision>
  <dcterms:created xsi:type="dcterms:W3CDTF">2025-01-20T07:17:08Z</dcterms:created>
  <dcterms:modified xsi:type="dcterms:W3CDTF">2026-05-18T11:54:50Z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0x0101006A500F6D5B328048BD31E74AEE9AF960</vt:lpwstr>
  </property>
  <property fmtid="{D5CDD505-2E9C-101B-9397-08002B2CF9AE}" pid="3" name="MediaServiceImageTags">
    <vt:lpwstr/>
  </property>
</Properties>
</file>